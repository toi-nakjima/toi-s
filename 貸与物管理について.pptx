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58" r:id="rId4"/>
    <p:sldId id="259" r:id="rId5"/>
    <p:sldId id="261" r:id="rId6"/>
    <p:sldId id="262" r:id="rId7"/>
    <p:sldId id="263" r:id="rId8"/>
    <p:sldId id="264"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60A63DB7-4CD9-CEC6-3881-AEE5C58B075B}"/>
              </a:ext>
            </a:extLst>
          </p:cNvPr>
          <p:cNvSpPr>
            <a:spLocks noGrp="1"/>
          </p:cNvSpPr>
          <p:nvPr>
            <p:ph type="dt" sz="half" idx="10"/>
          </p:nvPr>
        </p:nvSpPr>
        <p:spPr/>
        <p:txBody>
          <a:bodyPr/>
          <a:lstStyle/>
          <a:p>
            <a:fld id="{213CCC4F-D566-48A7-8D2F-12110B351907}" type="datetimeFigureOut">
              <a:rPr kumimoji="1" lang="ja-JP" altLang="en-US" smtClean="0"/>
              <a:t>2025/10/13</a:t>
            </a:fld>
            <a:endParaRPr kumimoji="1" lang="ja-JP" altLang="en-US"/>
          </a:p>
        </p:txBody>
      </p:sp>
      <p:sp>
        <p:nvSpPr>
          <p:cNvPr id="5" name="フッター プレースホルダー 4">
            <a:extLst>
              <a:ext uri="{FF2B5EF4-FFF2-40B4-BE49-F238E27FC236}">
                <a16:creationId xmlns:a16="http://schemas.microsoft.com/office/drawing/2014/main" id="{3F0E93AA-EDE1-F939-BB01-AF66C48BB05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EB66349-D885-78CF-659B-D0859B5B8775}"/>
              </a:ext>
            </a:extLst>
          </p:cNvPr>
          <p:cNvSpPr>
            <a:spLocks noGrp="1"/>
          </p:cNvSpPr>
          <p:nvPr>
            <p:ph type="sldNum" sz="quarter" idx="12"/>
          </p:nvPr>
        </p:nvSpPr>
        <p:spPr/>
        <p:txBody>
          <a:bodyPr/>
          <a:lstStyle/>
          <a:p>
            <a:fld id="{B64582DD-A220-4011-8BDA-A7919EFF2B6F}" type="slidenum">
              <a:rPr kumimoji="1" lang="ja-JP" altLang="en-US" smtClean="0"/>
              <a:t>‹#›</a:t>
            </a:fld>
            <a:endParaRPr kumimoji="1" lang="ja-JP" altLang="en-US"/>
          </a:p>
        </p:txBody>
      </p:sp>
      <p:sp>
        <p:nvSpPr>
          <p:cNvPr id="11" name="正方形/長方形 10">
            <a:extLst>
              <a:ext uri="{FF2B5EF4-FFF2-40B4-BE49-F238E27FC236}">
                <a16:creationId xmlns:a16="http://schemas.microsoft.com/office/drawing/2014/main" id="{A42A343D-8A42-9928-2AC2-EA1919296FF3}"/>
              </a:ext>
            </a:extLst>
          </p:cNvPr>
          <p:cNvSpPr/>
          <p:nvPr userDrawn="1"/>
        </p:nvSpPr>
        <p:spPr>
          <a:xfrm>
            <a:off x="0" y="0"/>
            <a:ext cx="12192000" cy="103028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highlight>
                <a:srgbClr val="FFFF00"/>
              </a:highlight>
            </a:endParaRPr>
          </a:p>
        </p:txBody>
      </p:sp>
      <p:pic>
        <p:nvPicPr>
          <p:cNvPr id="12" name="図 11">
            <a:extLst>
              <a:ext uri="{FF2B5EF4-FFF2-40B4-BE49-F238E27FC236}">
                <a16:creationId xmlns:a16="http://schemas.microsoft.com/office/drawing/2014/main" id="{2E52CB74-17FE-75CA-8C55-AC9E326738FD}"/>
              </a:ext>
            </a:extLst>
          </p:cNvPr>
          <p:cNvPicPr>
            <a:picLocks noChangeAspect="1"/>
          </p:cNvPicPr>
          <p:nvPr userDrawn="1"/>
        </p:nvPicPr>
        <p:blipFill>
          <a:blip r:embed="rId2"/>
          <a:stretch>
            <a:fillRect/>
          </a:stretch>
        </p:blipFill>
        <p:spPr>
          <a:xfrm>
            <a:off x="9797411" y="247290"/>
            <a:ext cx="2249243" cy="540650"/>
          </a:xfrm>
          <a:prstGeom prst="rect">
            <a:avLst/>
          </a:prstGeom>
        </p:spPr>
      </p:pic>
    </p:spTree>
    <p:extLst>
      <p:ext uri="{BB962C8B-B14F-4D97-AF65-F5344CB8AC3E}">
        <p14:creationId xmlns:p14="http://schemas.microsoft.com/office/powerpoint/2010/main" val="3151780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6E912E-DCA2-E479-91A0-B6A5B31E2B0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E7655F1-D0D6-F385-EF61-E60A4520034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61205F0-D753-E6B9-3D22-0522B3685DDC}"/>
              </a:ext>
            </a:extLst>
          </p:cNvPr>
          <p:cNvSpPr>
            <a:spLocks noGrp="1"/>
          </p:cNvSpPr>
          <p:nvPr>
            <p:ph type="dt" sz="half" idx="10"/>
          </p:nvPr>
        </p:nvSpPr>
        <p:spPr/>
        <p:txBody>
          <a:bodyPr/>
          <a:lstStyle/>
          <a:p>
            <a:fld id="{213CCC4F-D566-48A7-8D2F-12110B351907}" type="datetimeFigureOut">
              <a:rPr kumimoji="1" lang="ja-JP" altLang="en-US" smtClean="0"/>
              <a:t>2025/10/13</a:t>
            </a:fld>
            <a:endParaRPr kumimoji="1" lang="ja-JP" altLang="en-US"/>
          </a:p>
        </p:txBody>
      </p:sp>
      <p:sp>
        <p:nvSpPr>
          <p:cNvPr id="5" name="フッター プレースホルダー 4">
            <a:extLst>
              <a:ext uri="{FF2B5EF4-FFF2-40B4-BE49-F238E27FC236}">
                <a16:creationId xmlns:a16="http://schemas.microsoft.com/office/drawing/2014/main" id="{04B17E29-F888-44F6-6990-D84175A470D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A87E225-10F0-E031-A238-C42A06DECADF}"/>
              </a:ext>
            </a:extLst>
          </p:cNvPr>
          <p:cNvSpPr>
            <a:spLocks noGrp="1"/>
          </p:cNvSpPr>
          <p:nvPr>
            <p:ph type="sldNum" sz="quarter" idx="12"/>
          </p:nvPr>
        </p:nvSpPr>
        <p:spPr/>
        <p:txBody>
          <a:bodyPr/>
          <a:lstStyle/>
          <a:p>
            <a:fld id="{B64582DD-A220-4011-8BDA-A7919EFF2B6F}" type="slidenum">
              <a:rPr kumimoji="1" lang="ja-JP" altLang="en-US" smtClean="0"/>
              <a:t>‹#›</a:t>
            </a:fld>
            <a:endParaRPr kumimoji="1" lang="ja-JP" altLang="en-US"/>
          </a:p>
        </p:txBody>
      </p:sp>
    </p:spTree>
    <p:extLst>
      <p:ext uri="{BB962C8B-B14F-4D97-AF65-F5344CB8AC3E}">
        <p14:creationId xmlns:p14="http://schemas.microsoft.com/office/powerpoint/2010/main" val="952795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11ED6F-45EA-B90E-5854-DB570FF8FC6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D63E260-29DA-0FB5-3CC6-37641EF127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664010D5-0A02-4833-8AB6-43E103421FF5}"/>
              </a:ext>
            </a:extLst>
          </p:cNvPr>
          <p:cNvSpPr>
            <a:spLocks noGrp="1"/>
          </p:cNvSpPr>
          <p:nvPr>
            <p:ph type="dt" sz="half" idx="10"/>
          </p:nvPr>
        </p:nvSpPr>
        <p:spPr/>
        <p:txBody>
          <a:bodyPr/>
          <a:lstStyle/>
          <a:p>
            <a:fld id="{213CCC4F-D566-48A7-8D2F-12110B351907}" type="datetimeFigureOut">
              <a:rPr kumimoji="1" lang="ja-JP" altLang="en-US" smtClean="0"/>
              <a:t>2025/10/13</a:t>
            </a:fld>
            <a:endParaRPr kumimoji="1" lang="ja-JP" altLang="en-US"/>
          </a:p>
        </p:txBody>
      </p:sp>
      <p:sp>
        <p:nvSpPr>
          <p:cNvPr id="5" name="フッター プレースホルダー 4">
            <a:extLst>
              <a:ext uri="{FF2B5EF4-FFF2-40B4-BE49-F238E27FC236}">
                <a16:creationId xmlns:a16="http://schemas.microsoft.com/office/drawing/2014/main" id="{6C615204-1860-1CBC-9F29-90ECEAA6B04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1493AE-9CB0-8A9F-453C-1BD69AA3BFF8}"/>
              </a:ext>
            </a:extLst>
          </p:cNvPr>
          <p:cNvSpPr>
            <a:spLocks noGrp="1"/>
          </p:cNvSpPr>
          <p:nvPr>
            <p:ph type="sldNum" sz="quarter" idx="12"/>
          </p:nvPr>
        </p:nvSpPr>
        <p:spPr/>
        <p:txBody>
          <a:bodyPr/>
          <a:lstStyle/>
          <a:p>
            <a:fld id="{B64582DD-A220-4011-8BDA-A7919EFF2B6F}" type="slidenum">
              <a:rPr kumimoji="1" lang="ja-JP" altLang="en-US" smtClean="0"/>
              <a:t>‹#›</a:t>
            </a:fld>
            <a:endParaRPr kumimoji="1" lang="ja-JP" altLang="en-US"/>
          </a:p>
        </p:txBody>
      </p:sp>
    </p:spTree>
    <p:extLst>
      <p:ext uri="{BB962C8B-B14F-4D97-AF65-F5344CB8AC3E}">
        <p14:creationId xmlns:p14="http://schemas.microsoft.com/office/powerpoint/2010/main" val="1838892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6C33CA-9EAA-CFC2-2DC8-112EFE275C5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FD3E280-50A9-669D-3CB4-C71BE3DA90B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4DFCF3C-29C1-D905-3509-B908F3D5D07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35376C9F-43CB-A1CD-4DF8-26B74083DB51}"/>
              </a:ext>
            </a:extLst>
          </p:cNvPr>
          <p:cNvSpPr>
            <a:spLocks noGrp="1"/>
          </p:cNvSpPr>
          <p:nvPr>
            <p:ph type="dt" sz="half" idx="10"/>
          </p:nvPr>
        </p:nvSpPr>
        <p:spPr/>
        <p:txBody>
          <a:bodyPr/>
          <a:lstStyle/>
          <a:p>
            <a:fld id="{213CCC4F-D566-48A7-8D2F-12110B351907}" type="datetimeFigureOut">
              <a:rPr kumimoji="1" lang="ja-JP" altLang="en-US" smtClean="0"/>
              <a:t>2025/10/13</a:t>
            </a:fld>
            <a:endParaRPr kumimoji="1" lang="ja-JP" altLang="en-US"/>
          </a:p>
        </p:txBody>
      </p:sp>
      <p:sp>
        <p:nvSpPr>
          <p:cNvPr id="6" name="フッター プレースホルダー 5">
            <a:extLst>
              <a:ext uri="{FF2B5EF4-FFF2-40B4-BE49-F238E27FC236}">
                <a16:creationId xmlns:a16="http://schemas.microsoft.com/office/drawing/2014/main" id="{63D77A95-EBCE-40F3-1668-4F4E31ECB1B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A0DBE93-1238-6DA8-404A-AD18A71518B9}"/>
              </a:ext>
            </a:extLst>
          </p:cNvPr>
          <p:cNvSpPr>
            <a:spLocks noGrp="1"/>
          </p:cNvSpPr>
          <p:nvPr>
            <p:ph type="sldNum" sz="quarter" idx="12"/>
          </p:nvPr>
        </p:nvSpPr>
        <p:spPr/>
        <p:txBody>
          <a:bodyPr/>
          <a:lstStyle/>
          <a:p>
            <a:fld id="{B64582DD-A220-4011-8BDA-A7919EFF2B6F}" type="slidenum">
              <a:rPr kumimoji="1" lang="ja-JP" altLang="en-US" smtClean="0"/>
              <a:t>‹#›</a:t>
            </a:fld>
            <a:endParaRPr kumimoji="1" lang="ja-JP" altLang="en-US"/>
          </a:p>
        </p:txBody>
      </p:sp>
    </p:spTree>
    <p:extLst>
      <p:ext uri="{BB962C8B-B14F-4D97-AF65-F5344CB8AC3E}">
        <p14:creationId xmlns:p14="http://schemas.microsoft.com/office/powerpoint/2010/main" val="2564044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C39B37-A054-1040-F743-B7DD172AAEC7}"/>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017644E-5E41-9B18-9266-99C2CC7D21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2F935A3-CB98-52C1-79B0-F451D5B1336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250F9C1-D592-E4A8-98BA-585D9A1505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F9529B4-8259-18BB-6AE3-4A091C8BE6C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1919104-118A-6575-BF9C-9775839FE373}"/>
              </a:ext>
            </a:extLst>
          </p:cNvPr>
          <p:cNvSpPr>
            <a:spLocks noGrp="1"/>
          </p:cNvSpPr>
          <p:nvPr>
            <p:ph type="dt" sz="half" idx="10"/>
          </p:nvPr>
        </p:nvSpPr>
        <p:spPr/>
        <p:txBody>
          <a:bodyPr/>
          <a:lstStyle/>
          <a:p>
            <a:fld id="{213CCC4F-D566-48A7-8D2F-12110B351907}" type="datetimeFigureOut">
              <a:rPr kumimoji="1" lang="ja-JP" altLang="en-US" smtClean="0"/>
              <a:t>2025/10/13</a:t>
            </a:fld>
            <a:endParaRPr kumimoji="1" lang="ja-JP" altLang="en-US"/>
          </a:p>
        </p:txBody>
      </p:sp>
      <p:sp>
        <p:nvSpPr>
          <p:cNvPr id="8" name="フッター プレースホルダー 7">
            <a:extLst>
              <a:ext uri="{FF2B5EF4-FFF2-40B4-BE49-F238E27FC236}">
                <a16:creationId xmlns:a16="http://schemas.microsoft.com/office/drawing/2014/main" id="{F60B489B-2FE8-7F7D-3A51-9F53E3F038C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6682971D-5ADE-E649-3158-9C31A73EE3F7}"/>
              </a:ext>
            </a:extLst>
          </p:cNvPr>
          <p:cNvSpPr>
            <a:spLocks noGrp="1"/>
          </p:cNvSpPr>
          <p:nvPr>
            <p:ph type="sldNum" sz="quarter" idx="12"/>
          </p:nvPr>
        </p:nvSpPr>
        <p:spPr/>
        <p:txBody>
          <a:bodyPr/>
          <a:lstStyle/>
          <a:p>
            <a:fld id="{B64582DD-A220-4011-8BDA-A7919EFF2B6F}" type="slidenum">
              <a:rPr kumimoji="1" lang="ja-JP" altLang="en-US" smtClean="0"/>
              <a:t>‹#›</a:t>
            </a:fld>
            <a:endParaRPr kumimoji="1" lang="ja-JP" altLang="en-US"/>
          </a:p>
        </p:txBody>
      </p:sp>
    </p:spTree>
    <p:extLst>
      <p:ext uri="{BB962C8B-B14F-4D97-AF65-F5344CB8AC3E}">
        <p14:creationId xmlns:p14="http://schemas.microsoft.com/office/powerpoint/2010/main" val="4190814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3168B1-DBA2-D304-6B2A-B0026C7889A5}"/>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C1C9453-E137-45A9-58CC-DFA9F830A799}"/>
              </a:ext>
            </a:extLst>
          </p:cNvPr>
          <p:cNvSpPr>
            <a:spLocks noGrp="1"/>
          </p:cNvSpPr>
          <p:nvPr>
            <p:ph type="dt" sz="half" idx="10"/>
          </p:nvPr>
        </p:nvSpPr>
        <p:spPr/>
        <p:txBody>
          <a:bodyPr/>
          <a:lstStyle/>
          <a:p>
            <a:fld id="{213CCC4F-D566-48A7-8D2F-12110B351907}" type="datetimeFigureOut">
              <a:rPr kumimoji="1" lang="ja-JP" altLang="en-US" smtClean="0"/>
              <a:t>2025/10/13</a:t>
            </a:fld>
            <a:endParaRPr kumimoji="1" lang="ja-JP" altLang="en-US"/>
          </a:p>
        </p:txBody>
      </p:sp>
      <p:sp>
        <p:nvSpPr>
          <p:cNvPr id="4" name="フッター プレースホルダー 3">
            <a:extLst>
              <a:ext uri="{FF2B5EF4-FFF2-40B4-BE49-F238E27FC236}">
                <a16:creationId xmlns:a16="http://schemas.microsoft.com/office/drawing/2014/main" id="{7CB62748-EE31-60BA-CE13-973D624AA35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F8B5703-FD7C-4383-4CDC-9A73B4B437DA}"/>
              </a:ext>
            </a:extLst>
          </p:cNvPr>
          <p:cNvSpPr>
            <a:spLocks noGrp="1"/>
          </p:cNvSpPr>
          <p:nvPr>
            <p:ph type="sldNum" sz="quarter" idx="12"/>
          </p:nvPr>
        </p:nvSpPr>
        <p:spPr/>
        <p:txBody>
          <a:bodyPr/>
          <a:lstStyle/>
          <a:p>
            <a:fld id="{B64582DD-A220-4011-8BDA-A7919EFF2B6F}" type="slidenum">
              <a:rPr kumimoji="1" lang="ja-JP" altLang="en-US" smtClean="0"/>
              <a:t>‹#›</a:t>
            </a:fld>
            <a:endParaRPr kumimoji="1" lang="ja-JP" altLang="en-US"/>
          </a:p>
        </p:txBody>
      </p:sp>
    </p:spTree>
    <p:extLst>
      <p:ext uri="{BB962C8B-B14F-4D97-AF65-F5344CB8AC3E}">
        <p14:creationId xmlns:p14="http://schemas.microsoft.com/office/powerpoint/2010/main" val="99424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D6A11E5-9E1C-712C-128A-6C7F801F9516}"/>
              </a:ext>
            </a:extLst>
          </p:cNvPr>
          <p:cNvSpPr>
            <a:spLocks noGrp="1"/>
          </p:cNvSpPr>
          <p:nvPr>
            <p:ph type="dt" sz="half" idx="10"/>
          </p:nvPr>
        </p:nvSpPr>
        <p:spPr/>
        <p:txBody>
          <a:bodyPr/>
          <a:lstStyle/>
          <a:p>
            <a:fld id="{213CCC4F-D566-48A7-8D2F-12110B351907}" type="datetimeFigureOut">
              <a:rPr kumimoji="1" lang="ja-JP" altLang="en-US" smtClean="0"/>
              <a:t>2025/10/13</a:t>
            </a:fld>
            <a:endParaRPr kumimoji="1" lang="ja-JP" altLang="en-US"/>
          </a:p>
        </p:txBody>
      </p:sp>
      <p:sp>
        <p:nvSpPr>
          <p:cNvPr id="3" name="フッター プレースホルダー 2">
            <a:extLst>
              <a:ext uri="{FF2B5EF4-FFF2-40B4-BE49-F238E27FC236}">
                <a16:creationId xmlns:a16="http://schemas.microsoft.com/office/drawing/2014/main" id="{8CC0E0AD-4F70-0B81-1918-483BD3AD842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87911CE-5C51-1233-E52F-AC7A9189AFC2}"/>
              </a:ext>
            </a:extLst>
          </p:cNvPr>
          <p:cNvSpPr>
            <a:spLocks noGrp="1"/>
          </p:cNvSpPr>
          <p:nvPr>
            <p:ph type="sldNum" sz="quarter" idx="12"/>
          </p:nvPr>
        </p:nvSpPr>
        <p:spPr/>
        <p:txBody>
          <a:bodyPr/>
          <a:lstStyle/>
          <a:p>
            <a:fld id="{B64582DD-A220-4011-8BDA-A7919EFF2B6F}" type="slidenum">
              <a:rPr kumimoji="1" lang="ja-JP" altLang="en-US" smtClean="0"/>
              <a:t>‹#›</a:t>
            </a:fld>
            <a:endParaRPr kumimoji="1" lang="ja-JP" altLang="en-US"/>
          </a:p>
        </p:txBody>
      </p:sp>
    </p:spTree>
    <p:extLst>
      <p:ext uri="{BB962C8B-B14F-4D97-AF65-F5344CB8AC3E}">
        <p14:creationId xmlns:p14="http://schemas.microsoft.com/office/powerpoint/2010/main" val="328120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5F642D-3F13-820B-E673-DAF51985E29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A22F19F-C495-00B7-BA50-65EDB0945F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ED76960-0001-E235-F609-3D5237549C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79FA1C7-6F6C-17C9-4B0F-7E28FBC8819F}"/>
              </a:ext>
            </a:extLst>
          </p:cNvPr>
          <p:cNvSpPr>
            <a:spLocks noGrp="1"/>
          </p:cNvSpPr>
          <p:nvPr>
            <p:ph type="dt" sz="half" idx="10"/>
          </p:nvPr>
        </p:nvSpPr>
        <p:spPr/>
        <p:txBody>
          <a:bodyPr/>
          <a:lstStyle/>
          <a:p>
            <a:fld id="{213CCC4F-D566-48A7-8D2F-12110B351907}" type="datetimeFigureOut">
              <a:rPr kumimoji="1" lang="ja-JP" altLang="en-US" smtClean="0"/>
              <a:t>2025/10/13</a:t>
            </a:fld>
            <a:endParaRPr kumimoji="1" lang="ja-JP" altLang="en-US"/>
          </a:p>
        </p:txBody>
      </p:sp>
      <p:sp>
        <p:nvSpPr>
          <p:cNvPr id="6" name="フッター プレースホルダー 5">
            <a:extLst>
              <a:ext uri="{FF2B5EF4-FFF2-40B4-BE49-F238E27FC236}">
                <a16:creationId xmlns:a16="http://schemas.microsoft.com/office/drawing/2014/main" id="{FD908622-4335-590F-E782-C8FB8F637E5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0AFF2F1-E818-5C05-E80C-3031CDE38445}"/>
              </a:ext>
            </a:extLst>
          </p:cNvPr>
          <p:cNvSpPr>
            <a:spLocks noGrp="1"/>
          </p:cNvSpPr>
          <p:nvPr>
            <p:ph type="sldNum" sz="quarter" idx="12"/>
          </p:nvPr>
        </p:nvSpPr>
        <p:spPr/>
        <p:txBody>
          <a:bodyPr/>
          <a:lstStyle/>
          <a:p>
            <a:fld id="{B64582DD-A220-4011-8BDA-A7919EFF2B6F}" type="slidenum">
              <a:rPr kumimoji="1" lang="ja-JP" altLang="en-US" smtClean="0"/>
              <a:t>‹#›</a:t>
            </a:fld>
            <a:endParaRPr kumimoji="1" lang="ja-JP" altLang="en-US"/>
          </a:p>
        </p:txBody>
      </p:sp>
    </p:spTree>
    <p:extLst>
      <p:ext uri="{BB962C8B-B14F-4D97-AF65-F5344CB8AC3E}">
        <p14:creationId xmlns:p14="http://schemas.microsoft.com/office/powerpoint/2010/main" val="2489258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E73DA0-1235-1742-971E-9B4EB4E596A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B6E4799-8CA0-34A0-C285-D5F0D75E43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B78163F-621A-FFA8-EA7C-2866CB6A4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44FA4DF-4C76-AC74-747A-3B3077FCF773}"/>
              </a:ext>
            </a:extLst>
          </p:cNvPr>
          <p:cNvSpPr>
            <a:spLocks noGrp="1"/>
          </p:cNvSpPr>
          <p:nvPr>
            <p:ph type="dt" sz="half" idx="10"/>
          </p:nvPr>
        </p:nvSpPr>
        <p:spPr/>
        <p:txBody>
          <a:bodyPr/>
          <a:lstStyle/>
          <a:p>
            <a:fld id="{213CCC4F-D566-48A7-8D2F-12110B351907}" type="datetimeFigureOut">
              <a:rPr kumimoji="1" lang="ja-JP" altLang="en-US" smtClean="0"/>
              <a:t>2025/10/13</a:t>
            </a:fld>
            <a:endParaRPr kumimoji="1" lang="ja-JP" altLang="en-US"/>
          </a:p>
        </p:txBody>
      </p:sp>
      <p:sp>
        <p:nvSpPr>
          <p:cNvPr id="6" name="フッター プレースホルダー 5">
            <a:extLst>
              <a:ext uri="{FF2B5EF4-FFF2-40B4-BE49-F238E27FC236}">
                <a16:creationId xmlns:a16="http://schemas.microsoft.com/office/drawing/2014/main" id="{24A76D41-1E7E-21D7-9B3B-B42FD156BED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4069B90-A080-E686-E2FC-1BA743CD506F}"/>
              </a:ext>
            </a:extLst>
          </p:cNvPr>
          <p:cNvSpPr>
            <a:spLocks noGrp="1"/>
          </p:cNvSpPr>
          <p:nvPr>
            <p:ph type="sldNum" sz="quarter" idx="12"/>
          </p:nvPr>
        </p:nvSpPr>
        <p:spPr/>
        <p:txBody>
          <a:bodyPr/>
          <a:lstStyle/>
          <a:p>
            <a:fld id="{B64582DD-A220-4011-8BDA-A7919EFF2B6F}" type="slidenum">
              <a:rPr kumimoji="1" lang="ja-JP" altLang="en-US" smtClean="0"/>
              <a:t>‹#›</a:t>
            </a:fld>
            <a:endParaRPr kumimoji="1" lang="ja-JP" altLang="en-US"/>
          </a:p>
        </p:txBody>
      </p:sp>
    </p:spTree>
    <p:extLst>
      <p:ext uri="{BB962C8B-B14F-4D97-AF65-F5344CB8AC3E}">
        <p14:creationId xmlns:p14="http://schemas.microsoft.com/office/powerpoint/2010/main" val="38830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C3037D-F213-A026-B0E3-15F81BF8233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D2DEF9F-5744-C1DA-CA6B-8ACA7A94183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A291627-47E5-4D20-F94F-F815141D4FA7}"/>
              </a:ext>
            </a:extLst>
          </p:cNvPr>
          <p:cNvSpPr>
            <a:spLocks noGrp="1"/>
          </p:cNvSpPr>
          <p:nvPr>
            <p:ph type="dt" sz="half" idx="10"/>
          </p:nvPr>
        </p:nvSpPr>
        <p:spPr/>
        <p:txBody>
          <a:bodyPr/>
          <a:lstStyle/>
          <a:p>
            <a:fld id="{213CCC4F-D566-48A7-8D2F-12110B351907}" type="datetimeFigureOut">
              <a:rPr kumimoji="1" lang="ja-JP" altLang="en-US" smtClean="0"/>
              <a:t>2025/10/13</a:t>
            </a:fld>
            <a:endParaRPr kumimoji="1" lang="ja-JP" altLang="en-US"/>
          </a:p>
        </p:txBody>
      </p:sp>
      <p:sp>
        <p:nvSpPr>
          <p:cNvPr id="5" name="フッター プレースホルダー 4">
            <a:extLst>
              <a:ext uri="{FF2B5EF4-FFF2-40B4-BE49-F238E27FC236}">
                <a16:creationId xmlns:a16="http://schemas.microsoft.com/office/drawing/2014/main" id="{C458D65F-C1AF-94B6-480B-8868B6FF306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389AD99-42B0-536D-6C2E-69DC7E03428A}"/>
              </a:ext>
            </a:extLst>
          </p:cNvPr>
          <p:cNvSpPr>
            <a:spLocks noGrp="1"/>
          </p:cNvSpPr>
          <p:nvPr>
            <p:ph type="sldNum" sz="quarter" idx="12"/>
          </p:nvPr>
        </p:nvSpPr>
        <p:spPr/>
        <p:txBody>
          <a:bodyPr/>
          <a:lstStyle/>
          <a:p>
            <a:fld id="{B64582DD-A220-4011-8BDA-A7919EFF2B6F}" type="slidenum">
              <a:rPr kumimoji="1" lang="ja-JP" altLang="en-US" smtClean="0"/>
              <a:t>‹#›</a:t>
            </a:fld>
            <a:endParaRPr kumimoji="1" lang="ja-JP" altLang="en-US"/>
          </a:p>
        </p:txBody>
      </p:sp>
    </p:spTree>
    <p:extLst>
      <p:ext uri="{BB962C8B-B14F-4D97-AF65-F5344CB8AC3E}">
        <p14:creationId xmlns:p14="http://schemas.microsoft.com/office/powerpoint/2010/main" val="2953685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0F8395C-D3B1-03E9-2DD7-440D1D41761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CC0DE8B-F458-74AB-D052-E1F102D45E4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D321680-AE3E-2C65-55C8-7E0F6E568751}"/>
              </a:ext>
            </a:extLst>
          </p:cNvPr>
          <p:cNvSpPr>
            <a:spLocks noGrp="1"/>
          </p:cNvSpPr>
          <p:nvPr>
            <p:ph type="dt" sz="half" idx="10"/>
          </p:nvPr>
        </p:nvSpPr>
        <p:spPr/>
        <p:txBody>
          <a:bodyPr/>
          <a:lstStyle/>
          <a:p>
            <a:fld id="{213CCC4F-D566-48A7-8D2F-12110B351907}" type="datetimeFigureOut">
              <a:rPr kumimoji="1" lang="ja-JP" altLang="en-US" smtClean="0"/>
              <a:t>2025/10/13</a:t>
            </a:fld>
            <a:endParaRPr kumimoji="1" lang="ja-JP" altLang="en-US"/>
          </a:p>
        </p:txBody>
      </p:sp>
      <p:sp>
        <p:nvSpPr>
          <p:cNvPr id="5" name="フッター プレースホルダー 4">
            <a:extLst>
              <a:ext uri="{FF2B5EF4-FFF2-40B4-BE49-F238E27FC236}">
                <a16:creationId xmlns:a16="http://schemas.microsoft.com/office/drawing/2014/main" id="{98C5CC67-3B78-C171-57C5-EF2556EF0F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FE82EB2-2347-B403-3DAB-02777E713F44}"/>
              </a:ext>
            </a:extLst>
          </p:cNvPr>
          <p:cNvSpPr>
            <a:spLocks noGrp="1"/>
          </p:cNvSpPr>
          <p:nvPr>
            <p:ph type="sldNum" sz="quarter" idx="12"/>
          </p:nvPr>
        </p:nvSpPr>
        <p:spPr/>
        <p:txBody>
          <a:bodyPr/>
          <a:lstStyle/>
          <a:p>
            <a:fld id="{B64582DD-A220-4011-8BDA-A7919EFF2B6F}" type="slidenum">
              <a:rPr kumimoji="1" lang="ja-JP" altLang="en-US" smtClean="0"/>
              <a:t>‹#›</a:t>
            </a:fld>
            <a:endParaRPr kumimoji="1" lang="ja-JP" altLang="en-US"/>
          </a:p>
        </p:txBody>
      </p:sp>
    </p:spTree>
    <p:extLst>
      <p:ext uri="{BB962C8B-B14F-4D97-AF65-F5344CB8AC3E}">
        <p14:creationId xmlns:p14="http://schemas.microsoft.com/office/powerpoint/2010/main" val="3697505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5D59DE2-6DF2-9404-5BFE-030BE5F6B0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1145BCA-3675-C761-C7BC-03A314ABCC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2FE9313-6D79-A221-4395-378E109AE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3CCC4F-D566-48A7-8D2F-12110B351907}" type="datetimeFigureOut">
              <a:rPr kumimoji="1" lang="ja-JP" altLang="en-US" smtClean="0"/>
              <a:t>2025/10/13</a:t>
            </a:fld>
            <a:endParaRPr kumimoji="1" lang="ja-JP" altLang="en-US"/>
          </a:p>
        </p:txBody>
      </p:sp>
      <p:sp>
        <p:nvSpPr>
          <p:cNvPr id="5" name="フッター プレースホルダー 4">
            <a:extLst>
              <a:ext uri="{FF2B5EF4-FFF2-40B4-BE49-F238E27FC236}">
                <a16:creationId xmlns:a16="http://schemas.microsoft.com/office/drawing/2014/main" id="{A5D73038-C861-DDDF-C80D-8C68C00E1D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08D9DCD-8CD6-59C6-5E52-D6DF4811EE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4582DD-A220-4011-8BDA-A7919EFF2B6F}" type="slidenum">
              <a:rPr kumimoji="1" lang="ja-JP" altLang="en-US" smtClean="0"/>
              <a:t>‹#›</a:t>
            </a:fld>
            <a:endParaRPr kumimoji="1" lang="ja-JP" altLang="en-US"/>
          </a:p>
        </p:txBody>
      </p:sp>
    </p:spTree>
    <p:extLst>
      <p:ext uri="{BB962C8B-B14F-4D97-AF65-F5344CB8AC3E}">
        <p14:creationId xmlns:p14="http://schemas.microsoft.com/office/powerpoint/2010/main" val="3784801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F9E91-22F8-019D-EAAE-EF86E023BF65}"/>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3017A8E6-21A9-CEDE-4B80-1159B86556C2}"/>
              </a:ext>
            </a:extLst>
          </p:cNvPr>
          <p:cNvSpPr>
            <a:spLocks noGrp="1"/>
          </p:cNvSpPr>
          <p:nvPr>
            <p:ph type="subTitle" idx="4294967295"/>
          </p:nvPr>
        </p:nvSpPr>
        <p:spPr>
          <a:xfrm>
            <a:off x="6504560" y="4473677"/>
            <a:ext cx="5323645" cy="1649896"/>
          </a:xfrm>
        </p:spPr>
        <p:txBody>
          <a:bodyPr>
            <a:normAutofit/>
          </a:bodyPr>
          <a:lstStyle/>
          <a:p>
            <a:pPr marL="0" indent="0">
              <a:buNone/>
            </a:pPr>
            <a:r>
              <a:rPr kumimoji="1" lang="ja-JP" altLang="en-US" sz="2000" dirty="0"/>
              <a:t>農機具などの貸与物管理についてのシステム</a:t>
            </a:r>
            <a:endParaRPr kumimoji="1" lang="en-US" altLang="ja-JP" sz="2000" dirty="0"/>
          </a:p>
          <a:p>
            <a:pPr marL="0" indent="0">
              <a:buNone/>
            </a:pPr>
            <a:endParaRPr lang="en-US" altLang="ja-JP" sz="2000" dirty="0"/>
          </a:p>
          <a:p>
            <a:pPr marL="0" indent="0">
              <a:buNone/>
            </a:pPr>
            <a:r>
              <a:rPr kumimoji="1" lang="ja-JP" altLang="en-US" sz="2000" dirty="0"/>
              <a:t>のデモ版のご紹介となります。</a:t>
            </a:r>
          </a:p>
        </p:txBody>
      </p:sp>
      <p:sp>
        <p:nvSpPr>
          <p:cNvPr id="4" name="タイトル 1">
            <a:extLst>
              <a:ext uri="{FF2B5EF4-FFF2-40B4-BE49-F238E27FC236}">
                <a16:creationId xmlns:a16="http://schemas.microsoft.com/office/drawing/2014/main" id="{DC8E17DB-7E77-DEEE-E53B-6722DA6A0F6F}"/>
              </a:ext>
            </a:extLst>
          </p:cNvPr>
          <p:cNvSpPr txBox="1">
            <a:spLocks/>
          </p:cNvSpPr>
          <p:nvPr/>
        </p:nvSpPr>
        <p:spPr>
          <a:xfrm>
            <a:off x="186812" y="119473"/>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600" b="1" dirty="0">
                <a:solidFill>
                  <a:schemeClr val="bg1"/>
                </a:solidFill>
                <a:latin typeface="+mn-ea"/>
                <a:ea typeface="+mn-ea"/>
              </a:rPr>
              <a:t>貸与物管理システム</a:t>
            </a:r>
          </a:p>
        </p:txBody>
      </p:sp>
      <p:sp>
        <p:nvSpPr>
          <p:cNvPr id="5" name="タイトル 1">
            <a:extLst>
              <a:ext uri="{FF2B5EF4-FFF2-40B4-BE49-F238E27FC236}">
                <a16:creationId xmlns:a16="http://schemas.microsoft.com/office/drawing/2014/main" id="{3BF1A823-82D2-450E-D3DC-92FBA4CA3B2F}"/>
              </a:ext>
            </a:extLst>
          </p:cNvPr>
          <p:cNvSpPr txBox="1">
            <a:spLocks/>
          </p:cNvSpPr>
          <p:nvPr/>
        </p:nvSpPr>
        <p:spPr>
          <a:xfrm>
            <a:off x="186811" y="488620"/>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800" b="1" dirty="0">
                <a:solidFill>
                  <a:schemeClr val="bg1"/>
                </a:solidFill>
                <a:latin typeface="+mn-ea"/>
                <a:ea typeface="+mn-ea"/>
              </a:rPr>
              <a:t>概要</a:t>
            </a:r>
            <a:endParaRPr lang="ja-JP" altLang="en-US" sz="1600" b="1" dirty="0">
              <a:solidFill>
                <a:schemeClr val="bg1"/>
              </a:solidFill>
              <a:latin typeface="+mn-ea"/>
              <a:ea typeface="+mn-ea"/>
            </a:endParaRPr>
          </a:p>
        </p:txBody>
      </p:sp>
      <p:sp>
        <p:nvSpPr>
          <p:cNvPr id="2" name="正方形/長方形 1">
            <a:extLst>
              <a:ext uri="{FF2B5EF4-FFF2-40B4-BE49-F238E27FC236}">
                <a16:creationId xmlns:a16="http://schemas.microsoft.com/office/drawing/2014/main" id="{764CE3C3-7238-6CCC-5D12-8F50320440B3}"/>
              </a:ext>
            </a:extLst>
          </p:cNvPr>
          <p:cNvSpPr/>
          <p:nvPr/>
        </p:nvSpPr>
        <p:spPr>
          <a:xfrm>
            <a:off x="9674940" y="216310"/>
            <a:ext cx="2448234" cy="58010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DAFE7E66-CF6E-5751-9872-7233968212AC}"/>
              </a:ext>
            </a:extLst>
          </p:cNvPr>
          <p:cNvPicPr>
            <a:picLocks noChangeAspect="1"/>
          </p:cNvPicPr>
          <p:nvPr/>
        </p:nvPicPr>
        <p:blipFill>
          <a:blip r:embed="rId2"/>
          <a:stretch>
            <a:fillRect/>
          </a:stretch>
        </p:blipFill>
        <p:spPr>
          <a:xfrm>
            <a:off x="3547890" y="1354393"/>
            <a:ext cx="2765970" cy="4769180"/>
          </a:xfrm>
          <a:prstGeom prst="rect">
            <a:avLst/>
          </a:prstGeom>
          <a:ln>
            <a:solidFill>
              <a:schemeClr val="tx1"/>
            </a:solidFill>
          </a:ln>
        </p:spPr>
      </p:pic>
      <p:pic>
        <p:nvPicPr>
          <p:cNvPr id="9" name="図 8">
            <a:extLst>
              <a:ext uri="{FF2B5EF4-FFF2-40B4-BE49-F238E27FC236}">
                <a16:creationId xmlns:a16="http://schemas.microsoft.com/office/drawing/2014/main" id="{2529F1A7-C33B-DD37-B124-71D0913000A4}"/>
              </a:ext>
            </a:extLst>
          </p:cNvPr>
          <p:cNvPicPr>
            <a:picLocks noChangeAspect="1"/>
          </p:cNvPicPr>
          <p:nvPr/>
        </p:nvPicPr>
        <p:blipFill>
          <a:blip r:embed="rId3"/>
          <a:stretch>
            <a:fillRect/>
          </a:stretch>
        </p:blipFill>
        <p:spPr>
          <a:xfrm>
            <a:off x="619432" y="1354393"/>
            <a:ext cx="2679398" cy="4769180"/>
          </a:xfrm>
          <a:prstGeom prst="rect">
            <a:avLst/>
          </a:prstGeom>
          <a:ln>
            <a:solidFill>
              <a:schemeClr val="tx1"/>
            </a:solidFill>
          </a:ln>
        </p:spPr>
      </p:pic>
      <p:pic>
        <p:nvPicPr>
          <p:cNvPr id="11" name="図 10">
            <a:extLst>
              <a:ext uri="{FF2B5EF4-FFF2-40B4-BE49-F238E27FC236}">
                <a16:creationId xmlns:a16="http://schemas.microsoft.com/office/drawing/2014/main" id="{EDE89B69-C282-19AF-0BD0-DCC7581AF50C}"/>
              </a:ext>
            </a:extLst>
          </p:cNvPr>
          <p:cNvPicPr>
            <a:picLocks noChangeAspect="1"/>
          </p:cNvPicPr>
          <p:nvPr/>
        </p:nvPicPr>
        <p:blipFill>
          <a:blip r:embed="rId4"/>
          <a:stretch>
            <a:fillRect/>
          </a:stretch>
        </p:blipFill>
        <p:spPr>
          <a:xfrm>
            <a:off x="6504560" y="2048313"/>
            <a:ext cx="5068007" cy="1257475"/>
          </a:xfrm>
          <a:prstGeom prst="rect">
            <a:avLst/>
          </a:prstGeom>
          <a:solidFill>
            <a:schemeClr val="tx1"/>
          </a:solidFill>
          <a:ln>
            <a:solidFill>
              <a:schemeClr val="tx1"/>
            </a:solidFill>
          </a:ln>
        </p:spPr>
      </p:pic>
    </p:spTree>
    <p:extLst>
      <p:ext uri="{BB962C8B-B14F-4D97-AF65-F5344CB8AC3E}">
        <p14:creationId xmlns:p14="http://schemas.microsoft.com/office/powerpoint/2010/main" val="1021926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84898-96DB-81C8-CE23-828EBD33EDDB}"/>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1E1B667B-35CC-A4DB-D257-4600D6D69D85}"/>
              </a:ext>
            </a:extLst>
          </p:cNvPr>
          <p:cNvSpPr>
            <a:spLocks noGrp="1"/>
          </p:cNvSpPr>
          <p:nvPr>
            <p:ph type="subTitle" idx="4294967295"/>
          </p:nvPr>
        </p:nvSpPr>
        <p:spPr>
          <a:xfrm>
            <a:off x="6327057" y="4795386"/>
            <a:ext cx="5323645" cy="1649896"/>
          </a:xfrm>
        </p:spPr>
        <p:txBody>
          <a:bodyPr>
            <a:normAutofit lnSpcReduction="10000"/>
          </a:bodyPr>
          <a:lstStyle/>
          <a:p>
            <a:pPr marL="0" indent="0">
              <a:buNone/>
            </a:pPr>
            <a:r>
              <a:rPr kumimoji="1" lang="ja-JP" altLang="en-US" sz="2000" dirty="0"/>
              <a:t>普段はシステムエンジニアとして活動させて頂き、週末などに農業のお手伝いをさせていただいて勉強させて頂いております。</a:t>
            </a:r>
            <a:endParaRPr kumimoji="1" lang="en-US" altLang="ja-JP" sz="2000" dirty="0"/>
          </a:p>
          <a:p>
            <a:pPr marL="0" indent="0">
              <a:buNone/>
            </a:pPr>
            <a:endParaRPr lang="en-US" altLang="ja-JP" sz="2000" dirty="0"/>
          </a:p>
          <a:p>
            <a:pPr marL="0" indent="0">
              <a:buNone/>
            </a:pPr>
            <a:r>
              <a:rPr lang="ja-JP" altLang="en-US" sz="2000" dirty="0"/>
              <a:t>でも正直もっとゴルフ行きたいです。</a:t>
            </a:r>
            <a:endParaRPr lang="en-US" altLang="ja-JP" sz="2000" dirty="0"/>
          </a:p>
        </p:txBody>
      </p:sp>
      <p:sp>
        <p:nvSpPr>
          <p:cNvPr id="4" name="タイトル 1">
            <a:extLst>
              <a:ext uri="{FF2B5EF4-FFF2-40B4-BE49-F238E27FC236}">
                <a16:creationId xmlns:a16="http://schemas.microsoft.com/office/drawing/2014/main" id="{B42B1BE5-8912-A6BA-F500-CACD466E0CFD}"/>
              </a:ext>
            </a:extLst>
          </p:cNvPr>
          <p:cNvSpPr txBox="1">
            <a:spLocks/>
          </p:cNvSpPr>
          <p:nvPr/>
        </p:nvSpPr>
        <p:spPr>
          <a:xfrm>
            <a:off x="186812" y="119473"/>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600" b="1" dirty="0">
                <a:solidFill>
                  <a:schemeClr val="bg1"/>
                </a:solidFill>
                <a:latin typeface="+mn-ea"/>
                <a:ea typeface="+mn-ea"/>
              </a:rPr>
              <a:t>貸与物管理システム</a:t>
            </a:r>
          </a:p>
        </p:txBody>
      </p:sp>
      <p:sp>
        <p:nvSpPr>
          <p:cNvPr id="5" name="タイトル 1">
            <a:extLst>
              <a:ext uri="{FF2B5EF4-FFF2-40B4-BE49-F238E27FC236}">
                <a16:creationId xmlns:a16="http://schemas.microsoft.com/office/drawing/2014/main" id="{201B5A00-DE99-697F-1CBC-6843CFCF9461}"/>
              </a:ext>
            </a:extLst>
          </p:cNvPr>
          <p:cNvSpPr txBox="1">
            <a:spLocks/>
          </p:cNvSpPr>
          <p:nvPr/>
        </p:nvSpPr>
        <p:spPr>
          <a:xfrm>
            <a:off x="186811" y="488620"/>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800" b="1" dirty="0">
                <a:solidFill>
                  <a:schemeClr val="bg1"/>
                </a:solidFill>
                <a:latin typeface="+mn-ea"/>
                <a:ea typeface="+mn-ea"/>
              </a:rPr>
              <a:t>自己紹介</a:t>
            </a:r>
            <a:endParaRPr lang="ja-JP" altLang="en-US" sz="1600" b="1" dirty="0">
              <a:solidFill>
                <a:schemeClr val="bg1"/>
              </a:solidFill>
              <a:latin typeface="+mn-ea"/>
              <a:ea typeface="+mn-ea"/>
            </a:endParaRPr>
          </a:p>
        </p:txBody>
      </p:sp>
      <p:sp>
        <p:nvSpPr>
          <p:cNvPr id="2" name="正方形/長方形 1">
            <a:extLst>
              <a:ext uri="{FF2B5EF4-FFF2-40B4-BE49-F238E27FC236}">
                <a16:creationId xmlns:a16="http://schemas.microsoft.com/office/drawing/2014/main" id="{FEBB417D-4EF1-DBA8-7AF5-F74D367BD183}"/>
              </a:ext>
            </a:extLst>
          </p:cNvPr>
          <p:cNvSpPr/>
          <p:nvPr/>
        </p:nvSpPr>
        <p:spPr>
          <a:xfrm>
            <a:off x="9674940" y="216310"/>
            <a:ext cx="2448234" cy="58010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C384E4DF-C1AA-35E7-9922-B6D10F283458}"/>
              </a:ext>
            </a:extLst>
          </p:cNvPr>
          <p:cNvPicPr>
            <a:picLocks noChangeAspect="1"/>
          </p:cNvPicPr>
          <p:nvPr/>
        </p:nvPicPr>
        <p:blipFill>
          <a:blip r:embed="rId2"/>
          <a:stretch>
            <a:fillRect/>
          </a:stretch>
        </p:blipFill>
        <p:spPr>
          <a:xfrm>
            <a:off x="1229119" y="2847863"/>
            <a:ext cx="4458322" cy="3934374"/>
          </a:xfrm>
          <a:prstGeom prst="rect">
            <a:avLst/>
          </a:prstGeom>
        </p:spPr>
      </p:pic>
      <p:sp>
        <p:nvSpPr>
          <p:cNvPr id="10" name="字幕 2">
            <a:extLst>
              <a:ext uri="{FF2B5EF4-FFF2-40B4-BE49-F238E27FC236}">
                <a16:creationId xmlns:a16="http://schemas.microsoft.com/office/drawing/2014/main" id="{454D02A2-560A-A242-FA28-00A002DAEC34}"/>
              </a:ext>
            </a:extLst>
          </p:cNvPr>
          <p:cNvSpPr txBox="1">
            <a:spLocks/>
          </p:cNvSpPr>
          <p:nvPr/>
        </p:nvSpPr>
        <p:spPr>
          <a:xfrm>
            <a:off x="1229119" y="2466388"/>
            <a:ext cx="4458322" cy="35901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en-US" altLang="ja-JP" sz="2000" b="1" dirty="0"/>
              <a:t>2022</a:t>
            </a:r>
            <a:r>
              <a:rPr lang="ja-JP" altLang="en-US" sz="2000" b="1" dirty="0"/>
              <a:t>年 中島</a:t>
            </a:r>
          </a:p>
        </p:txBody>
      </p:sp>
      <p:sp>
        <p:nvSpPr>
          <p:cNvPr id="14" name="吹き出し: 四角形 13">
            <a:extLst>
              <a:ext uri="{FF2B5EF4-FFF2-40B4-BE49-F238E27FC236}">
                <a16:creationId xmlns:a16="http://schemas.microsoft.com/office/drawing/2014/main" id="{5459C06B-A6D8-53E7-65ED-59D2288CCCC5}"/>
              </a:ext>
            </a:extLst>
          </p:cNvPr>
          <p:cNvSpPr/>
          <p:nvPr/>
        </p:nvSpPr>
        <p:spPr>
          <a:xfrm>
            <a:off x="766915" y="1407177"/>
            <a:ext cx="1789471" cy="900726"/>
          </a:xfrm>
          <a:prstGeom prst="wedgeRectCallou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5" name="図 14">
            <a:extLst>
              <a:ext uri="{FF2B5EF4-FFF2-40B4-BE49-F238E27FC236}">
                <a16:creationId xmlns:a16="http://schemas.microsoft.com/office/drawing/2014/main" id="{9DCB1A88-3E3D-8361-300D-A429C458FBF9}"/>
              </a:ext>
            </a:extLst>
          </p:cNvPr>
          <p:cNvPicPr>
            <a:picLocks noChangeAspect="1"/>
          </p:cNvPicPr>
          <p:nvPr/>
        </p:nvPicPr>
        <p:blipFill>
          <a:blip r:embed="rId3"/>
          <a:stretch>
            <a:fillRect/>
          </a:stretch>
        </p:blipFill>
        <p:spPr>
          <a:xfrm>
            <a:off x="935423" y="1474653"/>
            <a:ext cx="1452454" cy="709846"/>
          </a:xfrm>
          <a:prstGeom prst="rect">
            <a:avLst/>
          </a:prstGeom>
        </p:spPr>
      </p:pic>
      <p:sp>
        <p:nvSpPr>
          <p:cNvPr id="16" name="吹き出し: 四角形 15">
            <a:extLst>
              <a:ext uri="{FF2B5EF4-FFF2-40B4-BE49-F238E27FC236}">
                <a16:creationId xmlns:a16="http://schemas.microsoft.com/office/drawing/2014/main" id="{39DDCA34-1324-EA5C-B4DB-A32F0C9E652B}"/>
              </a:ext>
            </a:extLst>
          </p:cNvPr>
          <p:cNvSpPr/>
          <p:nvPr/>
        </p:nvSpPr>
        <p:spPr>
          <a:xfrm>
            <a:off x="2654708" y="1407177"/>
            <a:ext cx="1789471" cy="900726"/>
          </a:xfrm>
          <a:prstGeom prst="wedgeRectCallou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8" name="図 17">
            <a:extLst>
              <a:ext uri="{FF2B5EF4-FFF2-40B4-BE49-F238E27FC236}">
                <a16:creationId xmlns:a16="http://schemas.microsoft.com/office/drawing/2014/main" id="{5EDCA753-FB77-B7AB-F9F6-9DF4F9FDC15A}"/>
              </a:ext>
            </a:extLst>
          </p:cNvPr>
          <p:cNvPicPr>
            <a:picLocks noChangeAspect="1"/>
          </p:cNvPicPr>
          <p:nvPr/>
        </p:nvPicPr>
        <p:blipFill>
          <a:blip r:embed="rId4"/>
          <a:stretch>
            <a:fillRect/>
          </a:stretch>
        </p:blipFill>
        <p:spPr>
          <a:xfrm>
            <a:off x="2748115" y="1666422"/>
            <a:ext cx="1602656" cy="382235"/>
          </a:xfrm>
          <a:prstGeom prst="rect">
            <a:avLst/>
          </a:prstGeom>
        </p:spPr>
      </p:pic>
      <p:sp>
        <p:nvSpPr>
          <p:cNvPr id="19" name="吹き出し: 四角形 18">
            <a:extLst>
              <a:ext uri="{FF2B5EF4-FFF2-40B4-BE49-F238E27FC236}">
                <a16:creationId xmlns:a16="http://schemas.microsoft.com/office/drawing/2014/main" id="{C84864C4-3A32-A068-1E9C-CA4829F35E5D}"/>
              </a:ext>
            </a:extLst>
          </p:cNvPr>
          <p:cNvSpPr/>
          <p:nvPr/>
        </p:nvSpPr>
        <p:spPr>
          <a:xfrm>
            <a:off x="4537586" y="1413780"/>
            <a:ext cx="1789471" cy="900726"/>
          </a:xfrm>
          <a:prstGeom prst="wedgeRectCallou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3" name="図 22">
            <a:extLst>
              <a:ext uri="{FF2B5EF4-FFF2-40B4-BE49-F238E27FC236}">
                <a16:creationId xmlns:a16="http://schemas.microsoft.com/office/drawing/2014/main" id="{6F1CE0E0-DECA-1161-08D3-D6F349282C2B}"/>
              </a:ext>
            </a:extLst>
          </p:cNvPr>
          <p:cNvPicPr>
            <a:picLocks noChangeAspect="1"/>
          </p:cNvPicPr>
          <p:nvPr/>
        </p:nvPicPr>
        <p:blipFill>
          <a:blip r:embed="rId5"/>
          <a:stretch>
            <a:fillRect/>
          </a:stretch>
        </p:blipFill>
        <p:spPr>
          <a:xfrm>
            <a:off x="4958450" y="1440914"/>
            <a:ext cx="947742" cy="833250"/>
          </a:xfrm>
          <a:prstGeom prst="rect">
            <a:avLst/>
          </a:prstGeom>
        </p:spPr>
      </p:pic>
      <p:sp>
        <p:nvSpPr>
          <p:cNvPr id="24" name="字幕 2">
            <a:extLst>
              <a:ext uri="{FF2B5EF4-FFF2-40B4-BE49-F238E27FC236}">
                <a16:creationId xmlns:a16="http://schemas.microsoft.com/office/drawing/2014/main" id="{EB6D9A1B-575B-6188-ACC2-150CF7938A43}"/>
              </a:ext>
            </a:extLst>
          </p:cNvPr>
          <p:cNvSpPr txBox="1">
            <a:spLocks/>
          </p:cNvSpPr>
          <p:nvPr/>
        </p:nvSpPr>
        <p:spPr>
          <a:xfrm>
            <a:off x="766915" y="1081905"/>
            <a:ext cx="1789471" cy="3590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800" b="1" dirty="0"/>
              <a:t>＼本業／</a:t>
            </a:r>
          </a:p>
        </p:txBody>
      </p:sp>
      <p:sp>
        <p:nvSpPr>
          <p:cNvPr id="25" name="字幕 2">
            <a:extLst>
              <a:ext uri="{FF2B5EF4-FFF2-40B4-BE49-F238E27FC236}">
                <a16:creationId xmlns:a16="http://schemas.microsoft.com/office/drawing/2014/main" id="{9F3E0568-3AB3-E910-8052-82046EC0D727}"/>
              </a:ext>
            </a:extLst>
          </p:cNvPr>
          <p:cNvSpPr txBox="1">
            <a:spLocks/>
          </p:cNvSpPr>
          <p:nvPr/>
        </p:nvSpPr>
        <p:spPr>
          <a:xfrm>
            <a:off x="2654708" y="1081905"/>
            <a:ext cx="1789471" cy="3590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800" b="1" dirty="0"/>
              <a:t>＼副業／</a:t>
            </a:r>
          </a:p>
        </p:txBody>
      </p:sp>
      <p:sp>
        <p:nvSpPr>
          <p:cNvPr id="26" name="字幕 2">
            <a:extLst>
              <a:ext uri="{FF2B5EF4-FFF2-40B4-BE49-F238E27FC236}">
                <a16:creationId xmlns:a16="http://schemas.microsoft.com/office/drawing/2014/main" id="{485FBD04-A774-B297-E08C-8090CA05A01A}"/>
              </a:ext>
            </a:extLst>
          </p:cNvPr>
          <p:cNvSpPr txBox="1">
            <a:spLocks/>
          </p:cNvSpPr>
          <p:nvPr/>
        </p:nvSpPr>
        <p:spPr>
          <a:xfrm>
            <a:off x="4537586" y="1082262"/>
            <a:ext cx="1789471" cy="35901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800" b="1" dirty="0"/>
              <a:t>＼ボランティア／</a:t>
            </a:r>
          </a:p>
        </p:txBody>
      </p:sp>
      <p:pic>
        <p:nvPicPr>
          <p:cNvPr id="30" name="図 29">
            <a:extLst>
              <a:ext uri="{FF2B5EF4-FFF2-40B4-BE49-F238E27FC236}">
                <a16:creationId xmlns:a16="http://schemas.microsoft.com/office/drawing/2014/main" id="{BBFCEC70-A8E9-8345-5C73-15F0BA7D9EDF}"/>
              </a:ext>
            </a:extLst>
          </p:cNvPr>
          <p:cNvPicPr>
            <a:picLocks noChangeAspect="1"/>
          </p:cNvPicPr>
          <p:nvPr/>
        </p:nvPicPr>
        <p:blipFill>
          <a:blip r:embed="rId6"/>
          <a:stretch>
            <a:fillRect/>
          </a:stretch>
        </p:blipFill>
        <p:spPr>
          <a:xfrm>
            <a:off x="9102587" y="1361053"/>
            <a:ext cx="2873145" cy="2026888"/>
          </a:xfrm>
          <a:prstGeom prst="rect">
            <a:avLst/>
          </a:prstGeom>
        </p:spPr>
      </p:pic>
      <p:pic>
        <p:nvPicPr>
          <p:cNvPr id="31" name="図 30">
            <a:extLst>
              <a:ext uri="{FF2B5EF4-FFF2-40B4-BE49-F238E27FC236}">
                <a16:creationId xmlns:a16="http://schemas.microsoft.com/office/drawing/2014/main" id="{DB21CDB2-005E-9A80-4824-AC3BFB29F971}"/>
              </a:ext>
            </a:extLst>
          </p:cNvPr>
          <p:cNvPicPr>
            <a:picLocks noChangeAspect="1"/>
          </p:cNvPicPr>
          <p:nvPr/>
        </p:nvPicPr>
        <p:blipFill>
          <a:blip r:embed="rId7"/>
          <a:stretch>
            <a:fillRect/>
          </a:stretch>
        </p:blipFill>
        <p:spPr>
          <a:xfrm>
            <a:off x="6018757" y="2722860"/>
            <a:ext cx="3733394" cy="2026887"/>
          </a:xfrm>
          <a:prstGeom prst="rect">
            <a:avLst/>
          </a:prstGeom>
        </p:spPr>
      </p:pic>
    </p:spTree>
    <p:extLst>
      <p:ext uri="{BB962C8B-B14F-4D97-AF65-F5344CB8AC3E}">
        <p14:creationId xmlns:p14="http://schemas.microsoft.com/office/powerpoint/2010/main" val="2973935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A1ACA-9EA9-6BEA-4114-219F151853DC}"/>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B236F11A-C36A-48B6-EFB0-548F71F36A12}"/>
              </a:ext>
            </a:extLst>
          </p:cNvPr>
          <p:cNvSpPr txBox="1">
            <a:spLocks/>
          </p:cNvSpPr>
          <p:nvPr/>
        </p:nvSpPr>
        <p:spPr>
          <a:xfrm>
            <a:off x="186811" y="488620"/>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800" b="1" dirty="0">
                <a:solidFill>
                  <a:schemeClr val="bg1"/>
                </a:solidFill>
                <a:latin typeface="+mn-ea"/>
                <a:ea typeface="+mn-ea"/>
              </a:rPr>
              <a:t>使用技術について</a:t>
            </a:r>
            <a:endParaRPr lang="ja-JP" altLang="en-US" sz="1600" b="1" dirty="0">
              <a:solidFill>
                <a:schemeClr val="bg1"/>
              </a:solidFill>
              <a:latin typeface="+mn-ea"/>
              <a:ea typeface="+mn-ea"/>
            </a:endParaRPr>
          </a:p>
        </p:txBody>
      </p:sp>
      <p:sp>
        <p:nvSpPr>
          <p:cNvPr id="6" name="タイトル 1">
            <a:extLst>
              <a:ext uri="{FF2B5EF4-FFF2-40B4-BE49-F238E27FC236}">
                <a16:creationId xmlns:a16="http://schemas.microsoft.com/office/drawing/2014/main" id="{05F2D3C5-61D2-A370-8A1B-ADDDBBD144C3}"/>
              </a:ext>
            </a:extLst>
          </p:cNvPr>
          <p:cNvSpPr txBox="1">
            <a:spLocks/>
          </p:cNvSpPr>
          <p:nvPr/>
        </p:nvSpPr>
        <p:spPr>
          <a:xfrm>
            <a:off x="186812" y="119473"/>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600" b="1" dirty="0">
                <a:solidFill>
                  <a:schemeClr val="bg1"/>
                </a:solidFill>
                <a:latin typeface="+mn-ea"/>
                <a:ea typeface="+mn-ea"/>
              </a:rPr>
              <a:t>貸与物管理システム</a:t>
            </a:r>
          </a:p>
        </p:txBody>
      </p:sp>
      <p:sp>
        <p:nvSpPr>
          <p:cNvPr id="8" name="字幕 2">
            <a:extLst>
              <a:ext uri="{FF2B5EF4-FFF2-40B4-BE49-F238E27FC236}">
                <a16:creationId xmlns:a16="http://schemas.microsoft.com/office/drawing/2014/main" id="{6A585016-089B-EE8F-B9AF-FB409E507F07}"/>
              </a:ext>
            </a:extLst>
          </p:cNvPr>
          <p:cNvSpPr txBox="1">
            <a:spLocks/>
          </p:cNvSpPr>
          <p:nvPr/>
        </p:nvSpPr>
        <p:spPr>
          <a:xfrm>
            <a:off x="294968" y="4673315"/>
            <a:ext cx="5981282" cy="1649896"/>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2000" dirty="0"/>
              <a:t>ローコード開発ツール「</a:t>
            </a:r>
            <a:r>
              <a:rPr lang="en-US" altLang="ja-JP" sz="2000" dirty="0" err="1"/>
              <a:t>AppSheet</a:t>
            </a:r>
            <a:r>
              <a:rPr lang="ja-JP" altLang="en-US" sz="2000" dirty="0"/>
              <a:t>」を使用しております。</a:t>
            </a:r>
            <a:endParaRPr lang="en-US" altLang="ja-JP" sz="2000" dirty="0"/>
          </a:p>
          <a:p>
            <a:pPr marL="0" indent="0">
              <a:buFont typeface="Arial" panose="020B0604020202020204" pitchFamily="34" charset="0"/>
              <a:buNone/>
            </a:pPr>
            <a:endParaRPr lang="en-US" altLang="ja-JP" sz="2000" dirty="0"/>
          </a:p>
          <a:p>
            <a:pPr marL="0" indent="0">
              <a:buFont typeface="Arial" panose="020B0604020202020204" pitchFamily="34" charset="0"/>
              <a:buNone/>
            </a:pPr>
            <a:r>
              <a:rPr lang="ja-JP" altLang="en-US" sz="2000" dirty="0"/>
              <a:t>社内システムに適したプラットフォームで、開発から維持管理まで簡単に実現できるものとなります。</a:t>
            </a:r>
            <a:endParaRPr lang="en-US" altLang="ja-JP" sz="2000" dirty="0"/>
          </a:p>
          <a:p>
            <a:pPr marL="0" indent="0">
              <a:buFont typeface="Arial" panose="020B0604020202020204" pitchFamily="34" charset="0"/>
              <a:buNone/>
            </a:pPr>
            <a:endParaRPr lang="en-US" altLang="ja-JP" sz="2000" dirty="0"/>
          </a:p>
          <a:p>
            <a:pPr marL="0" indent="0">
              <a:buFont typeface="Arial" panose="020B0604020202020204" pitchFamily="34" charset="0"/>
              <a:buNone/>
            </a:pPr>
            <a:r>
              <a:rPr lang="ja-JP" altLang="en-US" sz="2000" dirty="0"/>
              <a:t>普通にシステムを作るより費用がとっても安いのも特徴です。</a:t>
            </a:r>
            <a:endParaRPr lang="en-US" altLang="ja-JP" sz="2000" dirty="0"/>
          </a:p>
        </p:txBody>
      </p:sp>
      <p:pic>
        <p:nvPicPr>
          <p:cNvPr id="10" name="図 9">
            <a:extLst>
              <a:ext uri="{FF2B5EF4-FFF2-40B4-BE49-F238E27FC236}">
                <a16:creationId xmlns:a16="http://schemas.microsoft.com/office/drawing/2014/main" id="{57E3D591-C5ED-7FC6-97FE-9B407AD164C3}"/>
              </a:ext>
            </a:extLst>
          </p:cNvPr>
          <p:cNvPicPr>
            <a:picLocks noChangeAspect="1"/>
          </p:cNvPicPr>
          <p:nvPr/>
        </p:nvPicPr>
        <p:blipFill>
          <a:blip r:embed="rId2"/>
          <a:stretch>
            <a:fillRect/>
          </a:stretch>
        </p:blipFill>
        <p:spPr>
          <a:xfrm>
            <a:off x="6200634" y="1779639"/>
            <a:ext cx="5696398" cy="4166875"/>
          </a:xfrm>
          <a:prstGeom prst="rect">
            <a:avLst/>
          </a:prstGeom>
          <a:ln>
            <a:solidFill>
              <a:schemeClr val="tx1"/>
            </a:solidFill>
          </a:ln>
        </p:spPr>
      </p:pic>
      <p:pic>
        <p:nvPicPr>
          <p:cNvPr id="3076" name="Picture 4" descr="AppSheetの基本関数まとめ：データ処理のプロになる道「第一弾」">
            <a:extLst>
              <a:ext uri="{FF2B5EF4-FFF2-40B4-BE49-F238E27FC236}">
                <a16:creationId xmlns:a16="http://schemas.microsoft.com/office/drawing/2014/main" id="{9A2FBE46-4D3B-CCFB-E04C-A8B31AFDE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627" y="1572268"/>
            <a:ext cx="4923963" cy="27319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1" name="正方形/長方形 10">
            <a:extLst>
              <a:ext uri="{FF2B5EF4-FFF2-40B4-BE49-F238E27FC236}">
                <a16:creationId xmlns:a16="http://schemas.microsoft.com/office/drawing/2014/main" id="{199E793E-C9F6-BA68-E204-40022F027296}"/>
              </a:ext>
            </a:extLst>
          </p:cNvPr>
          <p:cNvSpPr/>
          <p:nvPr/>
        </p:nvSpPr>
        <p:spPr>
          <a:xfrm>
            <a:off x="9674940" y="216310"/>
            <a:ext cx="2448234" cy="58010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9687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B48DE-68D9-89CE-7729-C5B60232B666}"/>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EE56B5E2-4128-BF14-F7EB-8DAF6357D90B}"/>
              </a:ext>
            </a:extLst>
          </p:cNvPr>
          <p:cNvSpPr txBox="1">
            <a:spLocks/>
          </p:cNvSpPr>
          <p:nvPr/>
        </p:nvSpPr>
        <p:spPr>
          <a:xfrm>
            <a:off x="186811" y="488620"/>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600" b="1" dirty="0">
                <a:solidFill>
                  <a:schemeClr val="bg1"/>
                </a:solidFill>
                <a:latin typeface="+mn-ea"/>
                <a:ea typeface="+mn-ea"/>
              </a:rPr>
              <a:t>機能概要</a:t>
            </a:r>
          </a:p>
        </p:txBody>
      </p:sp>
      <p:sp>
        <p:nvSpPr>
          <p:cNvPr id="2" name="正方形/長方形 1">
            <a:extLst>
              <a:ext uri="{FF2B5EF4-FFF2-40B4-BE49-F238E27FC236}">
                <a16:creationId xmlns:a16="http://schemas.microsoft.com/office/drawing/2014/main" id="{A4DDD105-6C7B-9C40-CD96-59FF37B9AFE2}"/>
              </a:ext>
            </a:extLst>
          </p:cNvPr>
          <p:cNvSpPr/>
          <p:nvPr/>
        </p:nvSpPr>
        <p:spPr>
          <a:xfrm>
            <a:off x="9674940" y="216310"/>
            <a:ext cx="2448234" cy="58010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1">
            <a:extLst>
              <a:ext uri="{FF2B5EF4-FFF2-40B4-BE49-F238E27FC236}">
                <a16:creationId xmlns:a16="http://schemas.microsoft.com/office/drawing/2014/main" id="{1E665382-880B-83F7-7539-2660F77D8A43}"/>
              </a:ext>
            </a:extLst>
          </p:cNvPr>
          <p:cNvSpPr txBox="1">
            <a:spLocks/>
          </p:cNvSpPr>
          <p:nvPr/>
        </p:nvSpPr>
        <p:spPr>
          <a:xfrm>
            <a:off x="186812" y="119473"/>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600" b="1" dirty="0">
                <a:solidFill>
                  <a:schemeClr val="bg1"/>
                </a:solidFill>
                <a:latin typeface="+mn-ea"/>
                <a:ea typeface="+mn-ea"/>
              </a:rPr>
              <a:t>貸与物管理システム</a:t>
            </a:r>
          </a:p>
        </p:txBody>
      </p:sp>
      <p:sp>
        <p:nvSpPr>
          <p:cNvPr id="12" name="字幕 2">
            <a:extLst>
              <a:ext uri="{FF2B5EF4-FFF2-40B4-BE49-F238E27FC236}">
                <a16:creationId xmlns:a16="http://schemas.microsoft.com/office/drawing/2014/main" id="{B23117DF-C474-5ACC-8DAA-B879547F3585}"/>
              </a:ext>
            </a:extLst>
          </p:cNvPr>
          <p:cNvSpPr txBox="1">
            <a:spLocks/>
          </p:cNvSpPr>
          <p:nvPr/>
        </p:nvSpPr>
        <p:spPr>
          <a:xfrm>
            <a:off x="2147531" y="5283369"/>
            <a:ext cx="7896938" cy="12796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2000" dirty="0"/>
              <a:t>今回のデモを作成するにあたり作成したテーブル一覧となります。</a:t>
            </a:r>
            <a:endParaRPr lang="en-US" altLang="ja-JP" sz="2000" dirty="0"/>
          </a:p>
          <a:p>
            <a:pPr marL="0" indent="0" algn="ctr">
              <a:buFont typeface="Arial" panose="020B0604020202020204" pitchFamily="34" charset="0"/>
              <a:buNone/>
            </a:pPr>
            <a:endParaRPr lang="en-US" altLang="ja-JP" sz="2000" dirty="0"/>
          </a:p>
          <a:p>
            <a:pPr marL="0" indent="0" algn="ctr">
              <a:buFont typeface="Arial" panose="020B0604020202020204" pitchFamily="34" charset="0"/>
              <a:buNone/>
            </a:pPr>
            <a:r>
              <a:rPr lang="ja-JP" altLang="en-US" sz="2000" dirty="0"/>
              <a:t>こちらに使用したデータを格納していきます。</a:t>
            </a:r>
            <a:endParaRPr lang="en-US" altLang="ja-JP" sz="2000" dirty="0"/>
          </a:p>
        </p:txBody>
      </p:sp>
      <p:pic>
        <p:nvPicPr>
          <p:cNvPr id="14" name="図 13">
            <a:extLst>
              <a:ext uri="{FF2B5EF4-FFF2-40B4-BE49-F238E27FC236}">
                <a16:creationId xmlns:a16="http://schemas.microsoft.com/office/drawing/2014/main" id="{D31BE7A6-1E06-C4FD-7E83-DDE99A2F7202}"/>
              </a:ext>
            </a:extLst>
          </p:cNvPr>
          <p:cNvPicPr>
            <a:picLocks noChangeAspect="1"/>
          </p:cNvPicPr>
          <p:nvPr/>
        </p:nvPicPr>
        <p:blipFill>
          <a:blip r:embed="rId2"/>
          <a:stretch>
            <a:fillRect/>
          </a:stretch>
        </p:blipFill>
        <p:spPr>
          <a:xfrm>
            <a:off x="2180678" y="1249571"/>
            <a:ext cx="7830643" cy="3820058"/>
          </a:xfrm>
          <a:prstGeom prst="rect">
            <a:avLst/>
          </a:prstGeom>
        </p:spPr>
      </p:pic>
    </p:spTree>
    <p:extLst>
      <p:ext uri="{BB962C8B-B14F-4D97-AF65-F5344CB8AC3E}">
        <p14:creationId xmlns:p14="http://schemas.microsoft.com/office/powerpoint/2010/main" val="3716319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45F3D-1C4E-7331-E6F1-9FC072E592D2}"/>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15D37CBB-83A2-A496-67C0-68E893E27B1E}"/>
              </a:ext>
            </a:extLst>
          </p:cNvPr>
          <p:cNvSpPr txBox="1">
            <a:spLocks/>
          </p:cNvSpPr>
          <p:nvPr/>
        </p:nvSpPr>
        <p:spPr>
          <a:xfrm>
            <a:off x="186811" y="488620"/>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800" b="1" dirty="0">
                <a:solidFill>
                  <a:schemeClr val="bg1"/>
                </a:solidFill>
                <a:latin typeface="+mn-ea"/>
                <a:ea typeface="+mn-ea"/>
              </a:rPr>
              <a:t>貸与物の登録</a:t>
            </a:r>
            <a:endParaRPr lang="ja-JP" altLang="en-US" sz="1600" b="1" dirty="0">
              <a:solidFill>
                <a:schemeClr val="bg1"/>
              </a:solidFill>
              <a:latin typeface="+mn-ea"/>
              <a:ea typeface="+mn-ea"/>
            </a:endParaRPr>
          </a:p>
        </p:txBody>
      </p:sp>
      <p:sp>
        <p:nvSpPr>
          <p:cNvPr id="2" name="正方形/長方形 1">
            <a:extLst>
              <a:ext uri="{FF2B5EF4-FFF2-40B4-BE49-F238E27FC236}">
                <a16:creationId xmlns:a16="http://schemas.microsoft.com/office/drawing/2014/main" id="{16D85156-919C-69B6-C2AD-F3376EBD2189}"/>
              </a:ext>
            </a:extLst>
          </p:cNvPr>
          <p:cNvSpPr/>
          <p:nvPr/>
        </p:nvSpPr>
        <p:spPr>
          <a:xfrm>
            <a:off x="9674940" y="216310"/>
            <a:ext cx="2448234" cy="58010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1">
            <a:extLst>
              <a:ext uri="{FF2B5EF4-FFF2-40B4-BE49-F238E27FC236}">
                <a16:creationId xmlns:a16="http://schemas.microsoft.com/office/drawing/2014/main" id="{34CF8197-16F3-E56A-DFE5-57C0F4BA8142}"/>
              </a:ext>
            </a:extLst>
          </p:cNvPr>
          <p:cNvSpPr txBox="1">
            <a:spLocks/>
          </p:cNvSpPr>
          <p:nvPr/>
        </p:nvSpPr>
        <p:spPr>
          <a:xfrm>
            <a:off x="186812" y="119473"/>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600" b="1" dirty="0">
                <a:solidFill>
                  <a:schemeClr val="bg1"/>
                </a:solidFill>
                <a:latin typeface="+mn-ea"/>
                <a:ea typeface="+mn-ea"/>
              </a:rPr>
              <a:t>貸与物管理システム</a:t>
            </a:r>
          </a:p>
        </p:txBody>
      </p:sp>
      <p:sp>
        <p:nvSpPr>
          <p:cNvPr id="6" name="字幕 2">
            <a:extLst>
              <a:ext uri="{FF2B5EF4-FFF2-40B4-BE49-F238E27FC236}">
                <a16:creationId xmlns:a16="http://schemas.microsoft.com/office/drawing/2014/main" id="{F184CC98-C6B8-7DDC-01A4-75B0012466DD}"/>
              </a:ext>
            </a:extLst>
          </p:cNvPr>
          <p:cNvSpPr txBox="1">
            <a:spLocks/>
          </p:cNvSpPr>
          <p:nvPr/>
        </p:nvSpPr>
        <p:spPr>
          <a:xfrm>
            <a:off x="502588" y="1152734"/>
            <a:ext cx="2742056" cy="58722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800" b="1" dirty="0"/>
              <a:t>①器具登録画面から</a:t>
            </a:r>
            <a:endParaRPr lang="en-US" altLang="ja-JP" sz="1800" b="1" dirty="0"/>
          </a:p>
          <a:p>
            <a:pPr marL="0" indent="0" algn="ctr">
              <a:buFont typeface="Arial" panose="020B0604020202020204" pitchFamily="34" charset="0"/>
              <a:buNone/>
            </a:pPr>
            <a:r>
              <a:rPr lang="ja-JP" altLang="en-US" sz="1800" b="1" dirty="0"/>
              <a:t>右下のボタンを押す</a:t>
            </a:r>
          </a:p>
        </p:txBody>
      </p:sp>
      <p:sp>
        <p:nvSpPr>
          <p:cNvPr id="15" name="字幕 2">
            <a:extLst>
              <a:ext uri="{FF2B5EF4-FFF2-40B4-BE49-F238E27FC236}">
                <a16:creationId xmlns:a16="http://schemas.microsoft.com/office/drawing/2014/main" id="{A088C286-3174-6DC5-47B0-39122F20C2E2}"/>
              </a:ext>
            </a:extLst>
          </p:cNvPr>
          <p:cNvSpPr txBox="1">
            <a:spLocks/>
          </p:cNvSpPr>
          <p:nvPr/>
        </p:nvSpPr>
        <p:spPr>
          <a:xfrm>
            <a:off x="3915793" y="1152734"/>
            <a:ext cx="4412130" cy="58722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800" b="1" dirty="0"/>
              <a:t>②機材について内容を入力して</a:t>
            </a:r>
            <a:endParaRPr lang="en-US" altLang="ja-JP" sz="1800" b="1" dirty="0"/>
          </a:p>
          <a:p>
            <a:pPr marL="0" indent="0" algn="ctr">
              <a:buFont typeface="Arial" panose="020B0604020202020204" pitchFamily="34" charset="0"/>
              <a:buNone/>
            </a:pPr>
            <a:r>
              <a:rPr lang="en-US" altLang="ja-JP" sz="1800" b="1" dirty="0"/>
              <a:t>Save</a:t>
            </a:r>
            <a:r>
              <a:rPr lang="ja-JP" altLang="en-US" sz="1800" b="1" dirty="0"/>
              <a:t>を押す</a:t>
            </a:r>
          </a:p>
        </p:txBody>
      </p:sp>
      <p:sp>
        <p:nvSpPr>
          <p:cNvPr id="26" name="字幕 2">
            <a:extLst>
              <a:ext uri="{FF2B5EF4-FFF2-40B4-BE49-F238E27FC236}">
                <a16:creationId xmlns:a16="http://schemas.microsoft.com/office/drawing/2014/main" id="{A7479CD0-6EC2-DEFD-2BF1-6C88D7990DAA}"/>
              </a:ext>
            </a:extLst>
          </p:cNvPr>
          <p:cNvSpPr txBox="1">
            <a:spLocks/>
          </p:cNvSpPr>
          <p:nvPr/>
        </p:nvSpPr>
        <p:spPr>
          <a:xfrm>
            <a:off x="9010104" y="1266942"/>
            <a:ext cx="2747298" cy="3918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800" b="1" dirty="0"/>
              <a:t>③登録完了</a:t>
            </a:r>
          </a:p>
        </p:txBody>
      </p:sp>
      <p:pic>
        <p:nvPicPr>
          <p:cNvPr id="31" name="図 30">
            <a:extLst>
              <a:ext uri="{FF2B5EF4-FFF2-40B4-BE49-F238E27FC236}">
                <a16:creationId xmlns:a16="http://schemas.microsoft.com/office/drawing/2014/main" id="{1A765C84-01A2-C0B8-19A8-D9B60B68AB37}"/>
              </a:ext>
            </a:extLst>
          </p:cNvPr>
          <p:cNvPicPr>
            <a:picLocks noChangeAspect="1"/>
          </p:cNvPicPr>
          <p:nvPr/>
        </p:nvPicPr>
        <p:blipFill>
          <a:blip r:embed="rId2"/>
          <a:stretch>
            <a:fillRect/>
          </a:stretch>
        </p:blipFill>
        <p:spPr>
          <a:xfrm>
            <a:off x="487353" y="1658746"/>
            <a:ext cx="2772525" cy="4934940"/>
          </a:xfrm>
          <a:prstGeom prst="rect">
            <a:avLst/>
          </a:prstGeom>
          <a:ln>
            <a:solidFill>
              <a:schemeClr val="tx1"/>
            </a:solidFill>
          </a:ln>
        </p:spPr>
      </p:pic>
      <p:sp>
        <p:nvSpPr>
          <p:cNvPr id="32" name="正方形/長方形 31">
            <a:extLst>
              <a:ext uri="{FF2B5EF4-FFF2-40B4-BE49-F238E27FC236}">
                <a16:creationId xmlns:a16="http://schemas.microsoft.com/office/drawing/2014/main" id="{F866A580-170C-7DE6-5FD3-274E16B43B25}"/>
              </a:ext>
            </a:extLst>
          </p:cNvPr>
          <p:cNvSpPr/>
          <p:nvPr/>
        </p:nvSpPr>
        <p:spPr>
          <a:xfrm>
            <a:off x="2483574" y="5494068"/>
            <a:ext cx="776304" cy="58722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4" name="図 33">
            <a:extLst>
              <a:ext uri="{FF2B5EF4-FFF2-40B4-BE49-F238E27FC236}">
                <a16:creationId xmlns:a16="http://schemas.microsoft.com/office/drawing/2014/main" id="{CCCD2419-F74C-8962-8204-E4573D82E519}"/>
              </a:ext>
            </a:extLst>
          </p:cNvPr>
          <p:cNvPicPr>
            <a:picLocks noChangeAspect="1"/>
          </p:cNvPicPr>
          <p:nvPr/>
        </p:nvPicPr>
        <p:blipFill>
          <a:blip r:embed="rId3"/>
          <a:stretch>
            <a:fillRect/>
          </a:stretch>
        </p:blipFill>
        <p:spPr>
          <a:xfrm>
            <a:off x="5980272" y="2266202"/>
            <a:ext cx="2647052" cy="4327484"/>
          </a:xfrm>
          <a:prstGeom prst="rect">
            <a:avLst/>
          </a:prstGeom>
          <a:ln>
            <a:solidFill>
              <a:schemeClr val="tx1"/>
            </a:solidFill>
          </a:ln>
        </p:spPr>
      </p:pic>
      <p:pic>
        <p:nvPicPr>
          <p:cNvPr id="36" name="図 35">
            <a:extLst>
              <a:ext uri="{FF2B5EF4-FFF2-40B4-BE49-F238E27FC236}">
                <a16:creationId xmlns:a16="http://schemas.microsoft.com/office/drawing/2014/main" id="{2D4DFFE7-8CA3-D7DF-82F5-FB7FB554592E}"/>
              </a:ext>
            </a:extLst>
          </p:cNvPr>
          <p:cNvPicPr>
            <a:picLocks noChangeAspect="1"/>
          </p:cNvPicPr>
          <p:nvPr/>
        </p:nvPicPr>
        <p:blipFill>
          <a:blip r:embed="rId4"/>
          <a:stretch>
            <a:fillRect/>
          </a:stretch>
        </p:blipFill>
        <p:spPr>
          <a:xfrm>
            <a:off x="4102201" y="1658746"/>
            <a:ext cx="2660375" cy="3856801"/>
          </a:xfrm>
          <a:prstGeom prst="rect">
            <a:avLst/>
          </a:prstGeom>
          <a:ln>
            <a:solidFill>
              <a:schemeClr val="tx1"/>
            </a:solidFill>
          </a:ln>
        </p:spPr>
      </p:pic>
      <p:sp>
        <p:nvSpPr>
          <p:cNvPr id="37" name="正方形/長方形 36">
            <a:extLst>
              <a:ext uri="{FF2B5EF4-FFF2-40B4-BE49-F238E27FC236}">
                <a16:creationId xmlns:a16="http://schemas.microsoft.com/office/drawing/2014/main" id="{468F8291-0567-D203-0D56-0C898B4C5923}"/>
              </a:ext>
            </a:extLst>
          </p:cNvPr>
          <p:cNvSpPr/>
          <p:nvPr/>
        </p:nvSpPr>
        <p:spPr>
          <a:xfrm>
            <a:off x="7303798" y="6171292"/>
            <a:ext cx="1197466" cy="42239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9" name="図 38">
            <a:extLst>
              <a:ext uri="{FF2B5EF4-FFF2-40B4-BE49-F238E27FC236}">
                <a16:creationId xmlns:a16="http://schemas.microsoft.com/office/drawing/2014/main" id="{1F224A4C-9A32-B8FC-3008-02E9D8204AC4}"/>
              </a:ext>
            </a:extLst>
          </p:cNvPr>
          <p:cNvPicPr>
            <a:picLocks noChangeAspect="1"/>
          </p:cNvPicPr>
          <p:nvPr/>
        </p:nvPicPr>
        <p:blipFill>
          <a:blip r:embed="rId5"/>
          <a:stretch>
            <a:fillRect/>
          </a:stretch>
        </p:blipFill>
        <p:spPr>
          <a:xfrm>
            <a:off x="9011471" y="1658746"/>
            <a:ext cx="2745931" cy="4934941"/>
          </a:xfrm>
          <a:prstGeom prst="rect">
            <a:avLst/>
          </a:prstGeom>
          <a:ln>
            <a:solidFill>
              <a:schemeClr val="tx1"/>
            </a:solidFill>
          </a:ln>
        </p:spPr>
      </p:pic>
      <p:sp>
        <p:nvSpPr>
          <p:cNvPr id="40" name="正方形/長方形 39">
            <a:extLst>
              <a:ext uri="{FF2B5EF4-FFF2-40B4-BE49-F238E27FC236}">
                <a16:creationId xmlns:a16="http://schemas.microsoft.com/office/drawing/2014/main" id="{54DDC069-AA54-E384-296E-486D99DFFAE2}"/>
              </a:ext>
            </a:extLst>
          </p:cNvPr>
          <p:cNvSpPr/>
          <p:nvPr/>
        </p:nvSpPr>
        <p:spPr>
          <a:xfrm>
            <a:off x="9010103" y="3052685"/>
            <a:ext cx="2745931" cy="71306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7038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FCAEF-007F-870E-EDD3-7A60D1D0EF53}"/>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3B375811-B33D-717E-126C-1E60E397A661}"/>
              </a:ext>
            </a:extLst>
          </p:cNvPr>
          <p:cNvSpPr txBox="1">
            <a:spLocks/>
          </p:cNvSpPr>
          <p:nvPr/>
        </p:nvSpPr>
        <p:spPr>
          <a:xfrm>
            <a:off x="186811" y="488620"/>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800" b="1" dirty="0">
                <a:solidFill>
                  <a:schemeClr val="bg1"/>
                </a:solidFill>
                <a:latin typeface="+mn-ea"/>
                <a:ea typeface="+mn-ea"/>
              </a:rPr>
              <a:t>機材を借りる</a:t>
            </a:r>
            <a:endParaRPr lang="ja-JP" altLang="en-US" sz="1600" b="1" dirty="0">
              <a:solidFill>
                <a:schemeClr val="bg1"/>
              </a:solidFill>
              <a:latin typeface="+mn-ea"/>
              <a:ea typeface="+mn-ea"/>
            </a:endParaRPr>
          </a:p>
        </p:txBody>
      </p:sp>
      <p:sp>
        <p:nvSpPr>
          <p:cNvPr id="2" name="正方形/長方形 1">
            <a:extLst>
              <a:ext uri="{FF2B5EF4-FFF2-40B4-BE49-F238E27FC236}">
                <a16:creationId xmlns:a16="http://schemas.microsoft.com/office/drawing/2014/main" id="{BD89430C-F380-EBE0-9A36-D538DE5782E5}"/>
              </a:ext>
            </a:extLst>
          </p:cNvPr>
          <p:cNvSpPr/>
          <p:nvPr/>
        </p:nvSpPr>
        <p:spPr>
          <a:xfrm>
            <a:off x="9674940" y="216310"/>
            <a:ext cx="2448234" cy="58010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1">
            <a:extLst>
              <a:ext uri="{FF2B5EF4-FFF2-40B4-BE49-F238E27FC236}">
                <a16:creationId xmlns:a16="http://schemas.microsoft.com/office/drawing/2014/main" id="{1083879B-D017-58F0-A659-429008B7C096}"/>
              </a:ext>
            </a:extLst>
          </p:cNvPr>
          <p:cNvSpPr txBox="1">
            <a:spLocks/>
          </p:cNvSpPr>
          <p:nvPr/>
        </p:nvSpPr>
        <p:spPr>
          <a:xfrm>
            <a:off x="186812" y="119473"/>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600" b="1" dirty="0">
                <a:solidFill>
                  <a:schemeClr val="bg1"/>
                </a:solidFill>
                <a:latin typeface="+mn-ea"/>
                <a:ea typeface="+mn-ea"/>
              </a:rPr>
              <a:t>貸与物管理システム</a:t>
            </a:r>
          </a:p>
        </p:txBody>
      </p:sp>
      <p:sp>
        <p:nvSpPr>
          <p:cNvPr id="6" name="字幕 2">
            <a:extLst>
              <a:ext uri="{FF2B5EF4-FFF2-40B4-BE49-F238E27FC236}">
                <a16:creationId xmlns:a16="http://schemas.microsoft.com/office/drawing/2014/main" id="{1201F07C-4C43-62CF-B3D7-582B8676C8BF}"/>
              </a:ext>
            </a:extLst>
          </p:cNvPr>
          <p:cNvSpPr txBox="1">
            <a:spLocks/>
          </p:cNvSpPr>
          <p:nvPr/>
        </p:nvSpPr>
        <p:spPr>
          <a:xfrm>
            <a:off x="502588" y="1152734"/>
            <a:ext cx="2742056" cy="58722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800" b="1" dirty="0"/>
              <a:t>①機材を借りる</a:t>
            </a:r>
            <a:endParaRPr lang="en-US" altLang="ja-JP" sz="1800" b="1" dirty="0"/>
          </a:p>
          <a:p>
            <a:pPr marL="0" indent="0" algn="ctr">
              <a:buFont typeface="Arial" panose="020B0604020202020204" pitchFamily="34" charset="0"/>
              <a:buNone/>
            </a:pPr>
            <a:r>
              <a:rPr lang="ja-JP" altLang="en-US" sz="1800" b="1" dirty="0"/>
              <a:t>の画面に移動する</a:t>
            </a:r>
          </a:p>
        </p:txBody>
      </p:sp>
      <p:sp>
        <p:nvSpPr>
          <p:cNvPr id="22" name="字幕 2">
            <a:extLst>
              <a:ext uri="{FF2B5EF4-FFF2-40B4-BE49-F238E27FC236}">
                <a16:creationId xmlns:a16="http://schemas.microsoft.com/office/drawing/2014/main" id="{73810F10-3194-67CE-8510-447D2FAA4829}"/>
              </a:ext>
            </a:extLst>
          </p:cNvPr>
          <p:cNvSpPr txBox="1">
            <a:spLocks/>
          </p:cNvSpPr>
          <p:nvPr/>
        </p:nvSpPr>
        <p:spPr>
          <a:xfrm>
            <a:off x="3669803" y="1152734"/>
            <a:ext cx="4852393" cy="67257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800" b="1" dirty="0"/>
              <a:t>②借りたい機材を選択する</a:t>
            </a:r>
            <a:endParaRPr lang="en-US" altLang="ja-JP" sz="1800" b="1" dirty="0"/>
          </a:p>
          <a:p>
            <a:pPr marL="0" indent="0" algn="ctr">
              <a:buFont typeface="Arial" panose="020B0604020202020204" pitchFamily="34" charset="0"/>
              <a:buNone/>
            </a:pPr>
            <a:r>
              <a:rPr lang="ja-JP" altLang="en-US" sz="1800" b="1" dirty="0"/>
              <a:t>（自分のものでなく借りることができるものが表示されます）</a:t>
            </a:r>
          </a:p>
        </p:txBody>
      </p:sp>
      <p:pic>
        <p:nvPicPr>
          <p:cNvPr id="24" name="図 23">
            <a:extLst>
              <a:ext uri="{FF2B5EF4-FFF2-40B4-BE49-F238E27FC236}">
                <a16:creationId xmlns:a16="http://schemas.microsoft.com/office/drawing/2014/main" id="{D7C20A1D-8194-C2BB-9E79-AF96D309B724}"/>
              </a:ext>
            </a:extLst>
          </p:cNvPr>
          <p:cNvPicPr>
            <a:picLocks noChangeAspect="1"/>
          </p:cNvPicPr>
          <p:nvPr/>
        </p:nvPicPr>
        <p:blipFill>
          <a:blip r:embed="rId2"/>
          <a:stretch>
            <a:fillRect/>
          </a:stretch>
        </p:blipFill>
        <p:spPr>
          <a:xfrm>
            <a:off x="502588" y="1739958"/>
            <a:ext cx="2747124" cy="4901732"/>
          </a:xfrm>
          <a:prstGeom prst="rect">
            <a:avLst/>
          </a:prstGeom>
          <a:ln>
            <a:solidFill>
              <a:schemeClr val="tx1"/>
            </a:solidFill>
          </a:ln>
        </p:spPr>
      </p:pic>
      <p:sp>
        <p:nvSpPr>
          <p:cNvPr id="28" name="正方形/長方形 27">
            <a:extLst>
              <a:ext uri="{FF2B5EF4-FFF2-40B4-BE49-F238E27FC236}">
                <a16:creationId xmlns:a16="http://schemas.microsoft.com/office/drawing/2014/main" id="{348763D7-37A5-74F8-00D8-3BDB33F90103}"/>
              </a:ext>
            </a:extLst>
          </p:cNvPr>
          <p:cNvSpPr/>
          <p:nvPr/>
        </p:nvSpPr>
        <p:spPr>
          <a:xfrm>
            <a:off x="425763" y="6075768"/>
            <a:ext cx="1088404" cy="5872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図 29">
            <a:extLst>
              <a:ext uri="{FF2B5EF4-FFF2-40B4-BE49-F238E27FC236}">
                <a16:creationId xmlns:a16="http://schemas.microsoft.com/office/drawing/2014/main" id="{0A5A94EE-A77F-C51F-0D15-43FE11D90E43}"/>
              </a:ext>
            </a:extLst>
          </p:cNvPr>
          <p:cNvPicPr>
            <a:picLocks noChangeAspect="1"/>
          </p:cNvPicPr>
          <p:nvPr/>
        </p:nvPicPr>
        <p:blipFill>
          <a:blip r:embed="rId3"/>
          <a:stretch>
            <a:fillRect/>
          </a:stretch>
        </p:blipFill>
        <p:spPr>
          <a:xfrm>
            <a:off x="3481417" y="1739958"/>
            <a:ext cx="1837924" cy="3292732"/>
          </a:xfrm>
          <a:prstGeom prst="rect">
            <a:avLst/>
          </a:prstGeom>
          <a:ln>
            <a:solidFill>
              <a:schemeClr val="tx1"/>
            </a:solidFill>
          </a:ln>
        </p:spPr>
      </p:pic>
      <p:pic>
        <p:nvPicPr>
          <p:cNvPr id="32" name="図 31">
            <a:extLst>
              <a:ext uri="{FF2B5EF4-FFF2-40B4-BE49-F238E27FC236}">
                <a16:creationId xmlns:a16="http://schemas.microsoft.com/office/drawing/2014/main" id="{37A13E3F-7F56-6163-50C3-DFDF226DCF82}"/>
              </a:ext>
            </a:extLst>
          </p:cNvPr>
          <p:cNvPicPr>
            <a:picLocks noChangeAspect="1"/>
          </p:cNvPicPr>
          <p:nvPr/>
        </p:nvPicPr>
        <p:blipFill>
          <a:blip r:embed="rId4"/>
          <a:stretch>
            <a:fillRect/>
          </a:stretch>
        </p:blipFill>
        <p:spPr>
          <a:xfrm>
            <a:off x="4624623" y="2671678"/>
            <a:ext cx="1993844" cy="2884947"/>
          </a:xfrm>
          <a:prstGeom prst="rect">
            <a:avLst/>
          </a:prstGeom>
          <a:ln>
            <a:solidFill>
              <a:schemeClr val="tx1"/>
            </a:solidFill>
          </a:ln>
        </p:spPr>
      </p:pic>
      <p:pic>
        <p:nvPicPr>
          <p:cNvPr id="34" name="図 33">
            <a:extLst>
              <a:ext uri="{FF2B5EF4-FFF2-40B4-BE49-F238E27FC236}">
                <a16:creationId xmlns:a16="http://schemas.microsoft.com/office/drawing/2014/main" id="{ED18A150-771C-10D9-0356-1D25AC230607}"/>
              </a:ext>
            </a:extLst>
          </p:cNvPr>
          <p:cNvPicPr>
            <a:picLocks noChangeAspect="1"/>
          </p:cNvPicPr>
          <p:nvPr/>
        </p:nvPicPr>
        <p:blipFill>
          <a:blip r:embed="rId5"/>
          <a:stretch>
            <a:fillRect/>
          </a:stretch>
        </p:blipFill>
        <p:spPr>
          <a:xfrm>
            <a:off x="6276516" y="4373869"/>
            <a:ext cx="2187918" cy="2364658"/>
          </a:xfrm>
          <a:prstGeom prst="rect">
            <a:avLst/>
          </a:prstGeom>
          <a:ln>
            <a:solidFill>
              <a:schemeClr val="tx1"/>
            </a:solidFill>
          </a:ln>
        </p:spPr>
      </p:pic>
      <p:sp>
        <p:nvSpPr>
          <p:cNvPr id="35" name="吹き出し: 四角形 34">
            <a:extLst>
              <a:ext uri="{FF2B5EF4-FFF2-40B4-BE49-F238E27FC236}">
                <a16:creationId xmlns:a16="http://schemas.microsoft.com/office/drawing/2014/main" id="{6A029B19-EE8D-526F-3738-9B7D172A17C1}"/>
              </a:ext>
            </a:extLst>
          </p:cNvPr>
          <p:cNvSpPr/>
          <p:nvPr/>
        </p:nvSpPr>
        <p:spPr>
          <a:xfrm>
            <a:off x="6618467" y="1726791"/>
            <a:ext cx="1845967" cy="2511777"/>
          </a:xfrm>
          <a:prstGeom prst="wedgeRectCallout">
            <a:avLst>
              <a:gd name="adj1" fmla="val -68553"/>
              <a:gd name="adj2" fmla="val -7940"/>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7" name="図 36">
            <a:extLst>
              <a:ext uri="{FF2B5EF4-FFF2-40B4-BE49-F238E27FC236}">
                <a16:creationId xmlns:a16="http://schemas.microsoft.com/office/drawing/2014/main" id="{60E35F78-0740-932A-FE2E-05422CC45496}"/>
              </a:ext>
            </a:extLst>
          </p:cNvPr>
          <p:cNvPicPr>
            <a:picLocks noChangeAspect="1"/>
          </p:cNvPicPr>
          <p:nvPr/>
        </p:nvPicPr>
        <p:blipFill>
          <a:blip r:embed="rId6"/>
          <a:stretch>
            <a:fillRect/>
          </a:stretch>
        </p:blipFill>
        <p:spPr>
          <a:xfrm>
            <a:off x="6824485" y="1739959"/>
            <a:ext cx="1371291" cy="2498610"/>
          </a:xfrm>
          <a:prstGeom prst="rect">
            <a:avLst/>
          </a:prstGeom>
        </p:spPr>
      </p:pic>
      <p:sp>
        <p:nvSpPr>
          <p:cNvPr id="38" name="正方形/長方形 37">
            <a:extLst>
              <a:ext uri="{FF2B5EF4-FFF2-40B4-BE49-F238E27FC236}">
                <a16:creationId xmlns:a16="http://schemas.microsoft.com/office/drawing/2014/main" id="{835A2BB6-1F97-A7FD-03A3-2902E6D75AD0}"/>
              </a:ext>
            </a:extLst>
          </p:cNvPr>
          <p:cNvSpPr/>
          <p:nvPr/>
        </p:nvSpPr>
        <p:spPr>
          <a:xfrm>
            <a:off x="7370475" y="6369379"/>
            <a:ext cx="1088404" cy="36914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0" name="図 39">
            <a:extLst>
              <a:ext uri="{FF2B5EF4-FFF2-40B4-BE49-F238E27FC236}">
                <a16:creationId xmlns:a16="http://schemas.microsoft.com/office/drawing/2014/main" id="{DE4258E3-49C3-39E2-C5BA-3AFD3AEA81DB}"/>
              </a:ext>
            </a:extLst>
          </p:cNvPr>
          <p:cNvPicPr>
            <a:picLocks noChangeAspect="1"/>
          </p:cNvPicPr>
          <p:nvPr/>
        </p:nvPicPr>
        <p:blipFill>
          <a:blip r:embed="rId7"/>
          <a:stretch>
            <a:fillRect/>
          </a:stretch>
        </p:blipFill>
        <p:spPr>
          <a:xfrm>
            <a:off x="8996394" y="1722723"/>
            <a:ext cx="2769843" cy="4936201"/>
          </a:xfrm>
          <a:prstGeom prst="rect">
            <a:avLst/>
          </a:prstGeom>
          <a:ln>
            <a:solidFill>
              <a:schemeClr val="tx1"/>
            </a:solidFill>
          </a:ln>
        </p:spPr>
      </p:pic>
      <p:sp>
        <p:nvSpPr>
          <p:cNvPr id="41" name="字幕 2">
            <a:extLst>
              <a:ext uri="{FF2B5EF4-FFF2-40B4-BE49-F238E27FC236}">
                <a16:creationId xmlns:a16="http://schemas.microsoft.com/office/drawing/2014/main" id="{30DC4870-1A39-88FE-3B04-2865E2385225}"/>
              </a:ext>
            </a:extLst>
          </p:cNvPr>
          <p:cNvSpPr txBox="1">
            <a:spLocks/>
          </p:cNvSpPr>
          <p:nvPr/>
        </p:nvSpPr>
        <p:spPr>
          <a:xfrm>
            <a:off x="8738928" y="1152734"/>
            <a:ext cx="3284773" cy="5872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600" b="1" dirty="0"/>
              <a:t>③借りた機材が登録されます</a:t>
            </a:r>
          </a:p>
        </p:txBody>
      </p:sp>
    </p:spTree>
    <p:extLst>
      <p:ext uri="{BB962C8B-B14F-4D97-AF65-F5344CB8AC3E}">
        <p14:creationId xmlns:p14="http://schemas.microsoft.com/office/powerpoint/2010/main" val="333220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24F3E-7CFF-26BF-6011-4591FAC33F92}"/>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4C31F852-57C1-C60E-19C9-0DD3A93388DF}"/>
              </a:ext>
            </a:extLst>
          </p:cNvPr>
          <p:cNvSpPr txBox="1">
            <a:spLocks/>
          </p:cNvSpPr>
          <p:nvPr/>
        </p:nvSpPr>
        <p:spPr>
          <a:xfrm>
            <a:off x="186811" y="488620"/>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800" b="1" dirty="0">
                <a:solidFill>
                  <a:schemeClr val="bg1"/>
                </a:solidFill>
                <a:latin typeface="+mn-ea"/>
                <a:ea typeface="+mn-ea"/>
              </a:rPr>
              <a:t>機材を返す</a:t>
            </a:r>
            <a:endParaRPr lang="ja-JP" altLang="en-US" sz="1600" b="1" dirty="0">
              <a:solidFill>
                <a:schemeClr val="bg1"/>
              </a:solidFill>
              <a:latin typeface="+mn-ea"/>
              <a:ea typeface="+mn-ea"/>
            </a:endParaRPr>
          </a:p>
        </p:txBody>
      </p:sp>
      <p:sp>
        <p:nvSpPr>
          <p:cNvPr id="2" name="正方形/長方形 1">
            <a:extLst>
              <a:ext uri="{FF2B5EF4-FFF2-40B4-BE49-F238E27FC236}">
                <a16:creationId xmlns:a16="http://schemas.microsoft.com/office/drawing/2014/main" id="{5C7CB58C-38DC-09CB-3576-95E839887E4D}"/>
              </a:ext>
            </a:extLst>
          </p:cNvPr>
          <p:cNvSpPr/>
          <p:nvPr/>
        </p:nvSpPr>
        <p:spPr>
          <a:xfrm>
            <a:off x="9674940" y="216310"/>
            <a:ext cx="2448234" cy="58010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1">
            <a:extLst>
              <a:ext uri="{FF2B5EF4-FFF2-40B4-BE49-F238E27FC236}">
                <a16:creationId xmlns:a16="http://schemas.microsoft.com/office/drawing/2014/main" id="{424AA0DD-9705-C593-1BC8-6F13C0EE8EB9}"/>
              </a:ext>
            </a:extLst>
          </p:cNvPr>
          <p:cNvSpPr txBox="1">
            <a:spLocks/>
          </p:cNvSpPr>
          <p:nvPr/>
        </p:nvSpPr>
        <p:spPr>
          <a:xfrm>
            <a:off x="186812" y="119473"/>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600" b="1" dirty="0">
                <a:solidFill>
                  <a:schemeClr val="bg1"/>
                </a:solidFill>
                <a:latin typeface="+mn-ea"/>
                <a:ea typeface="+mn-ea"/>
              </a:rPr>
              <a:t>貸与物管理システム</a:t>
            </a:r>
          </a:p>
        </p:txBody>
      </p:sp>
      <p:sp>
        <p:nvSpPr>
          <p:cNvPr id="6" name="字幕 2">
            <a:extLst>
              <a:ext uri="{FF2B5EF4-FFF2-40B4-BE49-F238E27FC236}">
                <a16:creationId xmlns:a16="http://schemas.microsoft.com/office/drawing/2014/main" id="{106A58B7-455F-3153-75DE-35611B73653D}"/>
              </a:ext>
            </a:extLst>
          </p:cNvPr>
          <p:cNvSpPr txBox="1">
            <a:spLocks/>
          </p:cNvSpPr>
          <p:nvPr/>
        </p:nvSpPr>
        <p:spPr>
          <a:xfrm>
            <a:off x="2881994" y="1123219"/>
            <a:ext cx="2742056" cy="587224"/>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800" b="1" dirty="0"/>
              <a:t>①借りている機材画面から</a:t>
            </a:r>
            <a:endParaRPr lang="en-US" altLang="ja-JP" sz="1800" b="1" dirty="0"/>
          </a:p>
          <a:p>
            <a:pPr marL="0" indent="0" algn="ctr">
              <a:buFont typeface="Arial" panose="020B0604020202020204" pitchFamily="34" charset="0"/>
              <a:buNone/>
            </a:pPr>
            <a:r>
              <a:rPr lang="ja-JP" altLang="en-US" sz="1800" b="1" dirty="0"/>
              <a:t>⇔のボタンを押す</a:t>
            </a:r>
          </a:p>
        </p:txBody>
      </p:sp>
      <p:sp>
        <p:nvSpPr>
          <p:cNvPr id="41" name="字幕 2">
            <a:extLst>
              <a:ext uri="{FF2B5EF4-FFF2-40B4-BE49-F238E27FC236}">
                <a16:creationId xmlns:a16="http://schemas.microsoft.com/office/drawing/2014/main" id="{63099801-ACCA-B294-F2A0-05B416453617}"/>
              </a:ext>
            </a:extLst>
          </p:cNvPr>
          <p:cNvSpPr txBox="1">
            <a:spLocks/>
          </p:cNvSpPr>
          <p:nvPr/>
        </p:nvSpPr>
        <p:spPr>
          <a:xfrm>
            <a:off x="6925552" y="1256673"/>
            <a:ext cx="3284773" cy="5872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600" b="1" dirty="0"/>
              <a:t>③貸与状態が終了します</a:t>
            </a:r>
          </a:p>
        </p:txBody>
      </p:sp>
      <p:pic>
        <p:nvPicPr>
          <p:cNvPr id="4" name="図 3">
            <a:extLst>
              <a:ext uri="{FF2B5EF4-FFF2-40B4-BE49-F238E27FC236}">
                <a16:creationId xmlns:a16="http://schemas.microsoft.com/office/drawing/2014/main" id="{F82EF105-5E75-2405-AB4D-A4C30AE54443}"/>
              </a:ext>
            </a:extLst>
          </p:cNvPr>
          <p:cNvPicPr>
            <a:picLocks noChangeAspect="1"/>
          </p:cNvPicPr>
          <p:nvPr/>
        </p:nvPicPr>
        <p:blipFill>
          <a:blip r:embed="rId2"/>
          <a:stretch>
            <a:fillRect/>
          </a:stretch>
        </p:blipFill>
        <p:spPr>
          <a:xfrm>
            <a:off x="2836630" y="1739958"/>
            <a:ext cx="2832784" cy="4998569"/>
          </a:xfrm>
          <a:prstGeom prst="rect">
            <a:avLst/>
          </a:prstGeom>
          <a:ln>
            <a:solidFill>
              <a:schemeClr val="tx1"/>
            </a:solidFill>
          </a:ln>
        </p:spPr>
      </p:pic>
      <p:sp>
        <p:nvSpPr>
          <p:cNvPr id="8" name="正方形/長方形 7">
            <a:extLst>
              <a:ext uri="{FF2B5EF4-FFF2-40B4-BE49-F238E27FC236}">
                <a16:creationId xmlns:a16="http://schemas.microsoft.com/office/drawing/2014/main" id="{9AFF9107-EA03-C709-8156-2CDA4874F825}"/>
              </a:ext>
            </a:extLst>
          </p:cNvPr>
          <p:cNvSpPr/>
          <p:nvPr/>
        </p:nvSpPr>
        <p:spPr>
          <a:xfrm>
            <a:off x="5309419" y="2618517"/>
            <a:ext cx="359995" cy="28136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吹き出し: 四角形 10">
            <a:extLst>
              <a:ext uri="{FF2B5EF4-FFF2-40B4-BE49-F238E27FC236}">
                <a16:creationId xmlns:a16="http://schemas.microsoft.com/office/drawing/2014/main" id="{89149E39-A86A-1D8A-C7DB-7CCCCD946E31}"/>
              </a:ext>
            </a:extLst>
          </p:cNvPr>
          <p:cNvSpPr/>
          <p:nvPr/>
        </p:nvSpPr>
        <p:spPr>
          <a:xfrm>
            <a:off x="4021394" y="3193489"/>
            <a:ext cx="2760902" cy="2047105"/>
          </a:xfrm>
          <a:prstGeom prst="wedgeRectCallout">
            <a:avLst>
              <a:gd name="adj1" fmla="val -4399"/>
              <a:gd name="adj2" fmla="val -60002"/>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4" name="図 13">
            <a:extLst>
              <a:ext uri="{FF2B5EF4-FFF2-40B4-BE49-F238E27FC236}">
                <a16:creationId xmlns:a16="http://schemas.microsoft.com/office/drawing/2014/main" id="{33C19D95-0119-3EC0-DA4B-3EFFC6F89F22}"/>
              </a:ext>
            </a:extLst>
          </p:cNvPr>
          <p:cNvPicPr>
            <a:picLocks noChangeAspect="1"/>
          </p:cNvPicPr>
          <p:nvPr/>
        </p:nvPicPr>
        <p:blipFill>
          <a:blip r:embed="rId3"/>
          <a:stretch>
            <a:fillRect/>
          </a:stretch>
        </p:blipFill>
        <p:spPr>
          <a:xfrm>
            <a:off x="4037916" y="3394595"/>
            <a:ext cx="2744380" cy="1607069"/>
          </a:xfrm>
          <a:prstGeom prst="rect">
            <a:avLst/>
          </a:prstGeom>
        </p:spPr>
      </p:pic>
      <p:pic>
        <p:nvPicPr>
          <p:cNvPr id="16" name="図 15">
            <a:extLst>
              <a:ext uri="{FF2B5EF4-FFF2-40B4-BE49-F238E27FC236}">
                <a16:creationId xmlns:a16="http://schemas.microsoft.com/office/drawing/2014/main" id="{AE74E7A2-DFC2-8AD8-B0A4-FD23A35BD31A}"/>
              </a:ext>
            </a:extLst>
          </p:cNvPr>
          <p:cNvPicPr>
            <a:picLocks noChangeAspect="1"/>
          </p:cNvPicPr>
          <p:nvPr/>
        </p:nvPicPr>
        <p:blipFill>
          <a:blip r:embed="rId4"/>
          <a:stretch>
            <a:fillRect/>
          </a:stretch>
        </p:blipFill>
        <p:spPr>
          <a:xfrm>
            <a:off x="7156755" y="1710443"/>
            <a:ext cx="2822368" cy="5028084"/>
          </a:xfrm>
          <a:prstGeom prst="rect">
            <a:avLst/>
          </a:prstGeom>
          <a:ln>
            <a:solidFill>
              <a:schemeClr val="tx1"/>
            </a:solidFill>
          </a:ln>
        </p:spPr>
      </p:pic>
    </p:spTree>
    <p:extLst>
      <p:ext uri="{BB962C8B-B14F-4D97-AF65-F5344CB8AC3E}">
        <p14:creationId xmlns:p14="http://schemas.microsoft.com/office/powerpoint/2010/main" val="746143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F0A9F-86CD-EE8C-960B-0F8D715BFE46}"/>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D7BB87F6-572B-61D0-656A-33DD6C0A9A03}"/>
              </a:ext>
            </a:extLst>
          </p:cNvPr>
          <p:cNvSpPr txBox="1">
            <a:spLocks/>
          </p:cNvSpPr>
          <p:nvPr/>
        </p:nvSpPr>
        <p:spPr>
          <a:xfrm>
            <a:off x="186811" y="488620"/>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800" b="1" dirty="0">
                <a:solidFill>
                  <a:schemeClr val="bg1"/>
                </a:solidFill>
                <a:latin typeface="+mn-ea"/>
                <a:ea typeface="+mn-ea"/>
              </a:rPr>
              <a:t>機材を貸せない状態にする</a:t>
            </a:r>
            <a:endParaRPr lang="ja-JP" altLang="en-US" sz="1600" b="1" dirty="0">
              <a:solidFill>
                <a:schemeClr val="bg1"/>
              </a:solidFill>
              <a:latin typeface="+mn-ea"/>
              <a:ea typeface="+mn-ea"/>
            </a:endParaRPr>
          </a:p>
        </p:txBody>
      </p:sp>
      <p:sp>
        <p:nvSpPr>
          <p:cNvPr id="2" name="正方形/長方形 1">
            <a:extLst>
              <a:ext uri="{FF2B5EF4-FFF2-40B4-BE49-F238E27FC236}">
                <a16:creationId xmlns:a16="http://schemas.microsoft.com/office/drawing/2014/main" id="{FF574435-EDAE-5CA7-9702-1A3B3BC648F8}"/>
              </a:ext>
            </a:extLst>
          </p:cNvPr>
          <p:cNvSpPr/>
          <p:nvPr/>
        </p:nvSpPr>
        <p:spPr>
          <a:xfrm>
            <a:off x="9674940" y="216310"/>
            <a:ext cx="2448234" cy="58010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タイトル 1">
            <a:extLst>
              <a:ext uri="{FF2B5EF4-FFF2-40B4-BE49-F238E27FC236}">
                <a16:creationId xmlns:a16="http://schemas.microsoft.com/office/drawing/2014/main" id="{8863550C-580C-832B-398E-400CF20440EC}"/>
              </a:ext>
            </a:extLst>
          </p:cNvPr>
          <p:cNvSpPr txBox="1">
            <a:spLocks/>
          </p:cNvSpPr>
          <p:nvPr/>
        </p:nvSpPr>
        <p:spPr>
          <a:xfrm>
            <a:off x="186812" y="119473"/>
            <a:ext cx="9488129" cy="39180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1600" b="1" dirty="0">
                <a:solidFill>
                  <a:schemeClr val="bg1"/>
                </a:solidFill>
                <a:latin typeface="+mn-ea"/>
                <a:ea typeface="+mn-ea"/>
              </a:rPr>
              <a:t>貸与物管理システム</a:t>
            </a:r>
          </a:p>
        </p:txBody>
      </p:sp>
      <p:sp>
        <p:nvSpPr>
          <p:cNvPr id="6" name="字幕 2">
            <a:extLst>
              <a:ext uri="{FF2B5EF4-FFF2-40B4-BE49-F238E27FC236}">
                <a16:creationId xmlns:a16="http://schemas.microsoft.com/office/drawing/2014/main" id="{75F87DF7-66D1-BE29-5D81-7A1770960A0A}"/>
              </a:ext>
            </a:extLst>
          </p:cNvPr>
          <p:cNvSpPr txBox="1">
            <a:spLocks/>
          </p:cNvSpPr>
          <p:nvPr/>
        </p:nvSpPr>
        <p:spPr>
          <a:xfrm>
            <a:off x="344699" y="1152734"/>
            <a:ext cx="3057833" cy="5872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800" b="1" dirty="0"/>
              <a:t>①✋のボタンを押下します</a:t>
            </a:r>
          </a:p>
        </p:txBody>
      </p:sp>
      <p:sp>
        <p:nvSpPr>
          <p:cNvPr id="15" name="字幕 2">
            <a:extLst>
              <a:ext uri="{FF2B5EF4-FFF2-40B4-BE49-F238E27FC236}">
                <a16:creationId xmlns:a16="http://schemas.microsoft.com/office/drawing/2014/main" id="{2E8F0580-5441-617A-0755-1240F1FC5B02}"/>
              </a:ext>
            </a:extLst>
          </p:cNvPr>
          <p:cNvSpPr txBox="1">
            <a:spLocks/>
          </p:cNvSpPr>
          <p:nvPr/>
        </p:nvSpPr>
        <p:spPr>
          <a:xfrm>
            <a:off x="5298762" y="1252048"/>
            <a:ext cx="4412130" cy="5872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800" b="1" dirty="0"/>
              <a:t>②👍の状態が貸せない状態になります</a:t>
            </a:r>
            <a:endParaRPr lang="en-US" altLang="ja-JP" sz="1800" b="1" dirty="0"/>
          </a:p>
        </p:txBody>
      </p:sp>
      <p:pic>
        <p:nvPicPr>
          <p:cNvPr id="4" name="図 3">
            <a:extLst>
              <a:ext uri="{FF2B5EF4-FFF2-40B4-BE49-F238E27FC236}">
                <a16:creationId xmlns:a16="http://schemas.microsoft.com/office/drawing/2014/main" id="{D4E7CDB7-19A0-D206-EF80-76C82B7CDF72}"/>
              </a:ext>
            </a:extLst>
          </p:cNvPr>
          <p:cNvPicPr>
            <a:picLocks noChangeAspect="1"/>
          </p:cNvPicPr>
          <p:nvPr/>
        </p:nvPicPr>
        <p:blipFill>
          <a:blip r:embed="rId2"/>
          <a:stretch>
            <a:fillRect/>
          </a:stretch>
        </p:blipFill>
        <p:spPr>
          <a:xfrm>
            <a:off x="540923" y="1739958"/>
            <a:ext cx="2665386" cy="4853728"/>
          </a:xfrm>
          <a:prstGeom prst="rect">
            <a:avLst/>
          </a:prstGeom>
          <a:ln>
            <a:solidFill>
              <a:schemeClr val="tx1"/>
            </a:solidFill>
          </a:ln>
        </p:spPr>
      </p:pic>
      <p:sp>
        <p:nvSpPr>
          <p:cNvPr id="8" name="正方形/長方形 7">
            <a:extLst>
              <a:ext uri="{FF2B5EF4-FFF2-40B4-BE49-F238E27FC236}">
                <a16:creationId xmlns:a16="http://schemas.microsoft.com/office/drawing/2014/main" id="{A7B7750E-F1A7-FBC5-3287-02F935CF07E7}"/>
              </a:ext>
            </a:extLst>
          </p:cNvPr>
          <p:cNvSpPr/>
          <p:nvPr/>
        </p:nvSpPr>
        <p:spPr>
          <a:xfrm>
            <a:off x="2920181" y="3538994"/>
            <a:ext cx="286128" cy="31525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1E965B58-E38B-CA18-1C6E-C083BBECC302}"/>
              </a:ext>
            </a:extLst>
          </p:cNvPr>
          <p:cNvPicPr>
            <a:picLocks noChangeAspect="1"/>
          </p:cNvPicPr>
          <p:nvPr/>
        </p:nvPicPr>
        <p:blipFill>
          <a:blip r:embed="rId3"/>
          <a:stretch>
            <a:fillRect/>
          </a:stretch>
        </p:blipFill>
        <p:spPr>
          <a:xfrm>
            <a:off x="3554247" y="3052685"/>
            <a:ext cx="1752206" cy="3229450"/>
          </a:xfrm>
          <a:prstGeom prst="rect">
            <a:avLst/>
          </a:prstGeom>
          <a:ln>
            <a:solidFill>
              <a:schemeClr val="tx1"/>
            </a:solidFill>
          </a:ln>
        </p:spPr>
      </p:pic>
      <p:sp>
        <p:nvSpPr>
          <p:cNvPr id="11" name="字幕 2">
            <a:extLst>
              <a:ext uri="{FF2B5EF4-FFF2-40B4-BE49-F238E27FC236}">
                <a16:creationId xmlns:a16="http://schemas.microsoft.com/office/drawing/2014/main" id="{F4ACA602-092F-A422-71DD-E3AEEE65A4C1}"/>
              </a:ext>
            </a:extLst>
          </p:cNvPr>
          <p:cNvSpPr txBox="1">
            <a:spLocks/>
          </p:cNvSpPr>
          <p:nvPr/>
        </p:nvSpPr>
        <p:spPr>
          <a:xfrm>
            <a:off x="3554247" y="2566218"/>
            <a:ext cx="1752206" cy="46916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400" b="1" dirty="0"/>
              <a:t>現在借りることが可能な状態です</a:t>
            </a:r>
          </a:p>
        </p:txBody>
      </p:sp>
      <p:pic>
        <p:nvPicPr>
          <p:cNvPr id="13" name="図 12">
            <a:extLst>
              <a:ext uri="{FF2B5EF4-FFF2-40B4-BE49-F238E27FC236}">
                <a16:creationId xmlns:a16="http://schemas.microsoft.com/office/drawing/2014/main" id="{69187767-091E-6449-F6B8-406F1535F6AA}"/>
              </a:ext>
            </a:extLst>
          </p:cNvPr>
          <p:cNvPicPr>
            <a:picLocks noChangeAspect="1"/>
          </p:cNvPicPr>
          <p:nvPr/>
        </p:nvPicPr>
        <p:blipFill>
          <a:blip r:embed="rId4"/>
          <a:stretch>
            <a:fillRect/>
          </a:stretch>
        </p:blipFill>
        <p:spPr>
          <a:xfrm>
            <a:off x="6121858" y="1739958"/>
            <a:ext cx="2765939" cy="4853728"/>
          </a:xfrm>
          <a:prstGeom prst="rect">
            <a:avLst/>
          </a:prstGeom>
          <a:ln>
            <a:solidFill>
              <a:schemeClr val="tx1"/>
            </a:solidFill>
          </a:ln>
        </p:spPr>
      </p:pic>
      <p:sp>
        <p:nvSpPr>
          <p:cNvPr id="14" name="正方形/長方形 13">
            <a:extLst>
              <a:ext uri="{FF2B5EF4-FFF2-40B4-BE49-F238E27FC236}">
                <a16:creationId xmlns:a16="http://schemas.microsoft.com/office/drawing/2014/main" id="{B9700A54-B10B-A333-F468-C4D19FD6EDB7}"/>
              </a:ext>
            </a:extLst>
          </p:cNvPr>
          <p:cNvSpPr/>
          <p:nvPr/>
        </p:nvSpPr>
        <p:spPr>
          <a:xfrm>
            <a:off x="8601669" y="3538994"/>
            <a:ext cx="286128" cy="31525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a:extLst>
              <a:ext uri="{FF2B5EF4-FFF2-40B4-BE49-F238E27FC236}">
                <a16:creationId xmlns:a16="http://schemas.microsoft.com/office/drawing/2014/main" id="{A98A1F77-1BB4-468F-E68D-6EF69437E0C0}"/>
              </a:ext>
            </a:extLst>
          </p:cNvPr>
          <p:cNvPicPr>
            <a:picLocks noChangeAspect="1"/>
          </p:cNvPicPr>
          <p:nvPr/>
        </p:nvPicPr>
        <p:blipFill>
          <a:blip r:embed="rId5"/>
          <a:stretch>
            <a:fillRect/>
          </a:stretch>
        </p:blipFill>
        <p:spPr>
          <a:xfrm>
            <a:off x="9603067" y="3032402"/>
            <a:ext cx="1764541" cy="3246756"/>
          </a:xfrm>
          <a:prstGeom prst="rect">
            <a:avLst/>
          </a:prstGeom>
          <a:ln>
            <a:solidFill>
              <a:schemeClr val="tx1"/>
            </a:solidFill>
          </a:ln>
        </p:spPr>
      </p:pic>
      <p:sp>
        <p:nvSpPr>
          <p:cNvPr id="18" name="字幕 2">
            <a:extLst>
              <a:ext uri="{FF2B5EF4-FFF2-40B4-BE49-F238E27FC236}">
                <a16:creationId xmlns:a16="http://schemas.microsoft.com/office/drawing/2014/main" id="{39E0F3C0-B20E-04D4-88A8-A696C3305E47}"/>
              </a:ext>
            </a:extLst>
          </p:cNvPr>
          <p:cNvSpPr txBox="1">
            <a:spLocks/>
          </p:cNvSpPr>
          <p:nvPr/>
        </p:nvSpPr>
        <p:spPr>
          <a:xfrm>
            <a:off x="9615402" y="2566218"/>
            <a:ext cx="1752206" cy="4864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400" b="1" dirty="0"/>
              <a:t>借りることが　　できなくなります</a:t>
            </a:r>
          </a:p>
        </p:txBody>
      </p:sp>
    </p:spTree>
    <p:extLst>
      <p:ext uri="{BB962C8B-B14F-4D97-AF65-F5344CB8AC3E}">
        <p14:creationId xmlns:p14="http://schemas.microsoft.com/office/powerpoint/2010/main" val="2453332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3526</TotalTime>
  <Words>283</Words>
  <Application>Microsoft Office PowerPoint</Application>
  <PresentationFormat>ワイド画面</PresentationFormat>
  <Paragraphs>51</Paragraphs>
  <Slides>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8</vt:i4>
      </vt:variant>
    </vt:vector>
  </HeadingPairs>
  <TitlesOfParts>
    <vt:vector size="12"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中島 刀為</dc:creator>
  <cp:lastModifiedBy>中島 刀為</cp:lastModifiedBy>
  <cp:revision>10</cp:revision>
  <dcterms:created xsi:type="dcterms:W3CDTF">2025-08-16T06:17:01Z</dcterms:created>
  <dcterms:modified xsi:type="dcterms:W3CDTF">2025-10-15T12:39:26Z</dcterms:modified>
</cp:coreProperties>
</file>